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Layout reference only. Replace all bracketed text with the student's own words.</a:t>
            </a:r>
          </a:p>
          <a:p>
            <a:r>
              <a:t>Slide 1 must identify the event, source and stakeholders, and include the student's name, ID and recorded-video status.</a:t>
            </a:r>
          </a:p>
          <a:p>
            <a:r>
              <a:t>Use The Guardian news report as the main article and Anthropic's official update as a supporting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Layout reference only. Use one central ethical issue rather than a list of issues.</a:t>
            </a:r>
          </a:p>
          <a:p>
            <a:r>
              <a:t>Connect the issue to a relevant course concept and explain the impact on different stakeholders.</a:t>
            </a:r>
          </a:p>
          <a:p>
            <a:r>
              <a:t>Show the tension between two competing values so the audience can understand the trade-off.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Layout reference only. The position, reasoning and recommendation must be written by the student.</a:t>
            </a:r>
          </a:p>
          <a:p>
            <a:r>
              <a:t>Use this sequence: position, reason, counterargument, recommendation, limitation.</a:t>
            </a:r>
          </a:p>
          <a:p>
            <a:r>
              <a:t>Keep the recommendation specific by naming both the responsible actor and the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4E81D4D-BBD5-4A16-BA93-F14C565C2F8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90FECE4-BAE3-4DA7-A912-C2FFC38102A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6D86DB3-A238-4CBF-A205-68B2A9BD663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DC5FBED-21BD-4524-9AD6-D6A502A31F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58B006E-3FBC-422B-8797-2551BFC9E64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BCA4998-012F-46B0-A725-56DA876BD2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EC75966-60F0-40A0-A0C9-6338875DC6A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292E120-F857-406F-91BA-BB2D1E5EC1C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6CC6D23-78E4-438F-AFD9-286C30B815C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74E92B4-45AB-40C5-8D2A-22F61A9D97D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heguardian.com/technology/2026/oct/08/anthropic-bans-abusive-behavior-claude"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hyperlink" Target="https://www.anthropic.com/news/2026-usage-policy-update"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17" name="accent-bar">
            <a:extLst>
              <a:ext uri="{FF2B5EF4-FFF2-40B4-BE49-F238E27FC236}">
                <a16:creationId xmlns:a16="http://schemas.microsoft.com/office/drawing/2014/main" id="{00295767-0537-4573-869A-92BE62CF71E0}"/>
              </a:ext>
            </a:extLst>
          </p:cNvPr>
          <p:cNvSpPr>
            <a:spLocks noGrp="1"/>
          </p:cNvSpPr>
          <p:nvPr/>
        </p:nvSpPr>
        <p:spPr>
          <a:xfrm>
            <a:off x="0" y="0"/>
            <a:ext cx="171450" cy="6858000"/>
          </a:xfrm>
          <a:prstGeom prst="rect">
            <a:avLst/>
          </a:prstGeom>
          <a:solidFill>
            <a:srgbClr val="D85F48"/>
          </a:solidFill>
          <a:ln w="0">
            <a:noFill/>
            <a:prstDash val="solid"/>
          </a:ln>
        </p:spPr>
        <p:txBody>
          <a:bodyPr/>
          <a:lstStyle/>
          <a:p>
            <a:endParaRPr lang="zh-CN" altLang="en-US"/>
          </a:p>
        </p:txBody>
      </p:sp>
      <p:sp>
        <p:nvSpPr>
          <p:cNvPr id="3" name="deck-title">
            <a:extLst>
              <a:ext uri="{FF2B5EF4-FFF2-40B4-BE49-F238E27FC236}">
                <a16:creationId xmlns:a16="http://schemas.microsoft.com/office/drawing/2014/main" id="{7CC63DEA-43A1-4A8B-9534-476D8899CD11}"/>
              </a:ext>
            </a:extLst>
          </p:cNvPr>
          <p:cNvSpPr>
            <a:spLocks noGrp="1"/>
          </p:cNvSpPr>
          <p:nvPr/>
        </p:nvSpPr>
        <p:spPr>
          <a:xfrm>
            <a:off x="520700" y="247650"/>
            <a:ext cx="7810500" cy="1619250"/>
          </a:xfrm>
          <a:prstGeom prst="rect">
            <a:avLst/>
          </a:prstGeom>
          <a:noFill/>
          <a:ln w="0">
            <a:noFill/>
            <a:prstDash val="solid"/>
          </a:ln>
        </p:spPr>
        <p:txBody>
          <a:bodyPr wrap="square" lIns="0" tIns="0" rIns="0" bIns="0" anchor="t">
            <a:noAutofit/>
          </a:bodyPr>
          <a:lstStyle>
            <a:defPPr algn="l">
              <a:defRPr sz="3900" b="1" i="0">
                <a:solidFill>
                  <a:srgbClr val="172331"/>
                </a:solidFill>
                <a:latin typeface="Georgia"/>
                <a:ea typeface="Georgia"/>
                <a:cs typeface="Georgia"/>
              </a:defRPr>
            </a:defPPr>
            <a:lvl1pPr algn="l">
              <a:defRPr sz="3900" b="1" i="0">
                <a:solidFill>
                  <a:srgbClr val="172331"/>
                </a:solidFill>
                <a:latin typeface="Georgia"/>
                <a:ea typeface="Georgia"/>
                <a:cs typeface="Georgia"/>
              </a:defRPr>
            </a:lvl1pPr>
            <a:lvl2pPr algn="l">
              <a:defRPr sz="3900" b="1" i="0">
                <a:solidFill>
                  <a:srgbClr val="172331"/>
                </a:solidFill>
                <a:latin typeface="Georgia"/>
                <a:ea typeface="Georgia"/>
                <a:cs typeface="Georgia"/>
              </a:defRPr>
            </a:lvl2pPr>
            <a:lvl3pPr algn="l">
              <a:defRPr sz="3900" b="1" i="0">
                <a:solidFill>
                  <a:srgbClr val="172331"/>
                </a:solidFill>
                <a:latin typeface="Georgia"/>
                <a:ea typeface="Georgia"/>
                <a:cs typeface="Georgia"/>
              </a:defRPr>
            </a:lvl3pPr>
            <a:lvl4pPr algn="l">
              <a:defRPr sz="3900" b="1" i="0">
                <a:solidFill>
                  <a:srgbClr val="172331"/>
                </a:solidFill>
                <a:latin typeface="Georgia"/>
                <a:ea typeface="Georgia"/>
                <a:cs typeface="Georgia"/>
              </a:defRPr>
            </a:lvl4pPr>
            <a:lvl5pPr algn="l">
              <a:defRPr sz="3900" b="1" i="0">
                <a:solidFill>
                  <a:srgbClr val="172331"/>
                </a:solidFill>
                <a:latin typeface="Georgia"/>
                <a:ea typeface="Georgia"/>
                <a:cs typeface="Georgia"/>
              </a:defRPr>
            </a:lvl5pPr>
            <a:lvl6pPr algn="l">
              <a:defRPr sz="3900" b="1" i="0">
                <a:solidFill>
                  <a:srgbClr val="172331"/>
                </a:solidFill>
                <a:latin typeface="Georgia"/>
                <a:ea typeface="Georgia"/>
                <a:cs typeface="Georgia"/>
              </a:defRPr>
            </a:lvl6pPr>
            <a:lvl7pPr algn="l">
              <a:defRPr sz="3900" b="1" i="0">
                <a:solidFill>
                  <a:srgbClr val="172331"/>
                </a:solidFill>
                <a:latin typeface="Georgia"/>
                <a:ea typeface="Georgia"/>
                <a:cs typeface="Georgia"/>
              </a:defRPr>
            </a:lvl7pPr>
            <a:lvl8pPr algn="l">
              <a:defRPr sz="3900" b="1" i="0">
                <a:solidFill>
                  <a:srgbClr val="172331"/>
                </a:solidFill>
                <a:latin typeface="Georgia"/>
                <a:ea typeface="Georgia"/>
                <a:cs typeface="Georgia"/>
              </a:defRPr>
            </a:lvl8pPr>
            <a:lvl9pPr algn="l">
              <a:defRPr sz="3900" b="1" i="0">
                <a:solidFill>
                  <a:srgbClr val="172331"/>
                </a:solidFill>
                <a:latin typeface="Georgia"/>
                <a:ea typeface="Georgia"/>
                <a:cs typeface="Georgia"/>
              </a:defRPr>
            </a:lvl9pPr>
          </a:lstStyle>
          <a:p>
            <a:pPr algn="l">
              <a:lnSpc>
                <a:spcPct val="92000"/>
              </a:lnSpc>
              <a:buNone/>
              <a:defRPr sz="3900" b="1" i="0">
                <a:solidFill>
                  <a:srgbClr val="172331"/>
                </a:solidFill>
                <a:latin typeface="Georgia"/>
                <a:ea typeface="Georgia"/>
                <a:cs typeface="Georgia"/>
              </a:defRPr>
            </a:pPr>
            <a:r>
              <a:rPr sz="3900" b="1" i="0" dirty="0">
                <a:solidFill>
                  <a:srgbClr val="172331"/>
                </a:solidFill>
                <a:latin typeface="Georgia"/>
                <a:ea typeface="Georgia"/>
                <a:cs typeface="Georgia"/>
              </a:rPr>
              <a:t>What Does It Mean to</a:t>
            </a:r>
          </a:p>
          <a:p>
            <a:pPr algn="l">
              <a:lnSpc>
                <a:spcPct val="92000"/>
              </a:lnSpc>
              <a:buNone/>
              <a:defRPr sz="3900" b="1" i="0">
                <a:solidFill>
                  <a:srgbClr val="172331"/>
                </a:solidFill>
                <a:latin typeface="Georgia"/>
                <a:ea typeface="Georgia"/>
                <a:cs typeface="Georgia"/>
              </a:defRPr>
            </a:pPr>
            <a:r>
              <a:rPr sz="3900" b="1" i="0" dirty="0">
                <a:solidFill>
                  <a:srgbClr val="172331"/>
                </a:solidFill>
                <a:latin typeface="Georgia"/>
                <a:ea typeface="Georgia"/>
                <a:cs typeface="Georgia"/>
              </a:rPr>
              <a:t>Abuse an AI?</a:t>
            </a:r>
          </a:p>
        </p:txBody>
      </p:sp>
      <p:sp>
        <p:nvSpPr>
          <p:cNvPr id="6" name="student-details">
            <a:extLst>
              <a:ext uri="{FF2B5EF4-FFF2-40B4-BE49-F238E27FC236}">
                <a16:creationId xmlns:a16="http://schemas.microsoft.com/office/drawing/2014/main" id="{8FC4866D-E8F1-45FE-96F8-6090BC99C912}"/>
              </a:ext>
            </a:extLst>
          </p:cNvPr>
          <p:cNvSpPr>
            <a:spLocks noGrp="1"/>
          </p:cNvSpPr>
          <p:nvPr/>
        </p:nvSpPr>
        <p:spPr>
          <a:xfrm>
            <a:off x="520700" y="1331916"/>
            <a:ext cx="5473700" cy="196847"/>
          </a:xfrm>
          <a:prstGeom prst="rect">
            <a:avLst/>
          </a:prstGeom>
          <a:noFill/>
          <a:ln w="0">
            <a:noFill/>
            <a:prstDash val="solid"/>
          </a:ln>
        </p:spPr>
        <p:txBody>
          <a:bodyPr wrap="square" lIns="0" tIns="0" rIns="0" bIns="0" anchor="t">
            <a:noAutofit/>
          </a:bodyPr>
          <a:lstStyle>
            <a:defPPr algn="l">
              <a:defRPr sz="1200" b="0" i="0">
                <a:solidFill>
                  <a:srgbClr val="172331"/>
                </a:solidFill>
                <a:latin typeface="Arial"/>
                <a:ea typeface="Arial"/>
                <a:cs typeface="Arial"/>
              </a:defRPr>
            </a:defPPr>
            <a:lvl1pPr algn="l">
              <a:defRPr sz="1200" b="0" i="0">
                <a:solidFill>
                  <a:srgbClr val="172331"/>
                </a:solidFill>
                <a:latin typeface="Arial"/>
                <a:ea typeface="Arial"/>
                <a:cs typeface="Arial"/>
              </a:defRPr>
            </a:lvl1pPr>
            <a:lvl2pPr algn="l">
              <a:defRPr sz="1200" b="0" i="0">
                <a:solidFill>
                  <a:srgbClr val="172331"/>
                </a:solidFill>
                <a:latin typeface="Arial"/>
                <a:ea typeface="Arial"/>
                <a:cs typeface="Arial"/>
              </a:defRPr>
            </a:lvl2pPr>
            <a:lvl3pPr algn="l">
              <a:defRPr sz="1200" b="0" i="0">
                <a:solidFill>
                  <a:srgbClr val="172331"/>
                </a:solidFill>
                <a:latin typeface="Arial"/>
                <a:ea typeface="Arial"/>
                <a:cs typeface="Arial"/>
              </a:defRPr>
            </a:lvl3pPr>
            <a:lvl4pPr algn="l">
              <a:defRPr sz="1200" b="0" i="0">
                <a:solidFill>
                  <a:srgbClr val="172331"/>
                </a:solidFill>
                <a:latin typeface="Arial"/>
                <a:ea typeface="Arial"/>
                <a:cs typeface="Arial"/>
              </a:defRPr>
            </a:lvl4pPr>
            <a:lvl5pPr algn="l">
              <a:defRPr sz="1200" b="0" i="0">
                <a:solidFill>
                  <a:srgbClr val="172331"/>
                </a:solidFill>
                <a:latin typeface="Arial"/>
                <a:ea typeface="Arial"/>
                <a:cs typeface="Arial"/>
              </a:defRPr>
            </a:lvl5pPr>
            <a:lvl6pPr algn="l">
              <a:defRPr sz="1200" b="0" i="0">
                <a:solidFill>
                  <a:srgbClr val="172331"/>
                </a:solidFill>
                <a:latin typeface="Arial"/>
                <a:ea typeface="Arial"/>
                <a:cs typeface="Arial"/>
              </a:defRPr>
            </a:lvl6pPr>
            <a:lvl7pPr algn="l">
              <a:defRPr sz="1200" b="0" i="0">
                <a:solidFill>
                  <a:srgbClr val="172331"/>
                </a:solidFill>
                <a:latin typeface="Arial"/>
                <a:ea typeface="Arial"/>
                <a:cs typeface="Arial"/>
              </a:defRPr>
            </a:lvl7pPr>
            <a:lvl8pPr algn="l">
              <a:defRPr sz="1200" b="0" i="0">
                <a:solidFill>
                  <a:srgbClr val="172331"/>
                </a:solidFill>
                <a:latin typeface="Arial"/>
                <a:ea typeface="Arial"/>
                <a:cs typeface="Arial"/>
              </a:defRPr>
            </a:lvl8pPr>
            <a:lvl9pPr algn="l">
              <a:defRPr sz="1200" b="0" i="0">
                <a:solidFill>
                  <a:srgbClr val="172331"/>
                </a:solidFill>
                <a:latin typeface="Arial"/>
                <a:ea typeface="Arial"/>
                <a:cs typeface="Arial"/>
              </a:defRPr>
            </a:lvl9pPr>
          </a:lstStyle>
          <a:p>
            <a:pPr>
              <a:lnSpc>
                <a:spcPct val="100000"/>
              </a:lnSpc>
              <a:defRPr sz="1200" b="0" i="0">
                <a:solidFill>
                  <a:srgbClr val="172331"/>
                </a:solidFill>
                <a:latin typeface="Arial"/>
                <a:ea typeface="Arial"/>
                <a:cs typeface="Arial"/>
              </a:defRPr>
            </a:pPr>
            <a:r>
              <a:rPr lang="en-US" altLang="zh-CN" sz="1200" b="0" i="0" dirty="0">
                <a:solidFill>
                  <a:srgbClr val="172331"/>
                </a:solidFill>
                <a:latin typeface="Arial"/>
                <a:ea typeface="Arial"/>
                <a:cs typeface="Arial"/>
              </a:rPr>
              <a:t>Luo Xiaoyu 21341457 </a:t>
            </a:r>
            <a:r>
              <a:rPr lang="zh-CN" altLang="zh-CN" dirty="0"/>
              <a:t>Recorded video included: No </a:t>
            </a:r>
          </a:p>
        </p:txBody>
      </p:sp>
      <p:sp>
        <p:nvSpPr>
          <p:cNvPr id="7" name="main-rule">
            <a:extLst>
              <a:ext uri="{FF2B5EF4-FFF2-40B4-BE49-F238E27FC236}">
                <a16:creationId xmlns:a16="http://schemas.microsoft.com/office/drawing/2014/main" id="{083ED90D-FDD3-4DEF-A8ED-46A7F3185885}"/>
              </a:ext>
            </a:extLst>
          </p:cNvPr>
          <p:cNvSpPr>
            <a:spLocks noGrp="1"/>
          </p:cNvSpPr>
          <p:nvPr/>
        </p:nvSpPr>
        <p:spPr>
          <a:xfrm>
            <a:off x="600074" y="1670050"/>
            <a:ext cx="10763250" cy="0"/>
          </a:xfrm>
          <a:prstGeom prst="line">
            <a:avLst/>
          </a:prstGeom>
          <a:noFill/>
          <a:ln w="14288">
            <a:solidFill>
              <a:srgbClr val="172331"/>
            </a:solidFill>
            <a:prstDash val="solid"/>
          </a:ln>
        </p:spPr>
        <p:txBody>
          <a:bodyPr/>
          <a:lstStyle/>
          <a:p>
            <a:endParaRPr lang="zh-CN" altLang="en-US"/>
          </a:p>
        </p:txBody>
      </p:sp>
      <p:sp>
        <p:nvSpPr>
          <p:cNvPr id="8" name="news-label">
            <a:extLst>
              <a:ext uri="{FF2B5EF4-FFF2-40B4-BE49-F238E27FC236}">
                <a16:creationId xmlns:a16="http://schemas.microsoft.com/office/drawing/2014/main" id="{F536FCB8-93A4-46CA-B46C-20298A1C67D5}"/>
              </a:ext>
            </a:extLst>
          </p:cNvPr>
          <p:cNvSpPr>
            <a:spLocks noGrp="1"/>
          </p:cNvSpPr>
          <p:nvPr/>
        </p:nvSpPr>
        <p:spPr>
          <a:xfrm>
            <a:off x="520700" y="1866900"/>
            <a:ext cx="1714500" cy="209550"/>
          </a:xfrm>
          <a:prstGeom prst="rect">
            <a:avLst/>
          </a:prstGeom>
          <a:noFill/>
          <a:ln w="0">
            <a:noFill/>
            <a:prstDash val="solid"/>
          </a:ln>
        </p:spPr>
        <p:txBody>
          <a:bodyPr wrap="square" lIns="0" tIns="0" rIns="0" bIns="0" anchor="t">
            <a:noAutofit/>
          </a:bodyPr>
          <a:lstStyle>
            <a:defPPr algn="l">
              <a:defRPr sz="900" b="1" i="0">
                <a:solidFill>
                  <a:srgbClr val="D85F48"/>
                </a:solidFill>
                <a:latin typeface="Arial"/>
                <a:ea typeface="Arial"/>
                <a:cs typeface="Arial"/>
              </a:defRPr>
            </a:defPPr>
            <a:lvl1pPr algn="l">
              <a:defRPr sz="900" b="1" i="0">
                <a:solidFill>
                  <a:srgbClr val="D85F48"/>
                </a:solidFill>
                <a:latin typeface="Arial"/>
                <a:ea typeface="Arial"/>
                <a:cs typeface="Arial"/>
              </a:defRPr>
            </a:lvl1pPr>
            <a:lvl2pPr algn="l">
              <a:defRPr sz="900" b="1" i="0">
                <a:solidFill>
                  <a:srgbClr val="D85F48"/>
                </a:solidFill>
                <a:latin typeface="Arial"/>
                <a:ea typeface="Arial"/>
                <a:cs typeface="Arial"/>
              </a:defRPr>
            </a:lvl2pPr>
            <a:lvl3pPr algn="l">
              <a:defRPr sz="900" b="1" i="0">
                <a:solidFill>
                  <a:srgbClr val="D85F48"/>
                </a:solidFill>
                <a:latin typeface="Arial"/>
                <a:ea typeface="Arial"/>
                <a:cs typeface="Arial"/>
              </a:defRPr>
            </a:lvl3pPr>
            <a:lvl4pPr algn="l">
              <a:defRPr sz="900" b="1" i="0">
                <a:solidFill>
                  <a:srgbClr val="D85F48"/>
                </a:solidFill>
                <a:latin typeface="Arial"/>
                <a:ea typeface="Arial"/>
                <a:cs typeface="Arial"/>
              </a:defRPr>
            </a:lvl4pPr>
            <a:lvl5pPr algn="l">
              <a:defRPr sz="900" b="1" i="0">
                <a:solidFill>
                  <a:srgbClr val="D85F48"/>
                </a:solidFill>
                <a:latin typeface="Arial"/>
                <a:ea typeface="Arial"/>
                <a:cs typeface="Arial"/>
              </a:defRPr>
            </a:lvl5pPr>
            <a:lvl6pPr algn="l">
              <a:defRPr sz="900" b="1" i="0">
                <a:solidFill>
                  <a:srgbClr val="D85F48"/>
                </a:solidFill>
                <a:latin typeface="Arial"/>
                <a:ea typeface="Arial"/>
                <a:cs typeface="Arial"/>
              </a:defRPr>
            </a:lvl6pPr>
            <a:lvl7pPr algn="l">
              <a:defRPr sz="900" b="1" i="0">
                <a:solidFill>
                  <a:srgbClr val="D85F48"/>
                </a:solidFill>
                <a:latin typeface="Arial"/>
                <a:ea typeface="Arial"/>
                <a:cs typeface="Arial"/>
              </a:defRPr>
            </a:lvl7pPr>
            <a:lvl8pPr algn="l">
              <a:defRPr sz="900" b="1" i="0">
                <a:solidFill>
                  <a:srgbClr val="D85F48"/>
                </a:solidFill>
                <a:latin typeface="Arial"/>
                <a:ea typeface="Arial"/>
                <a:cs typeface="Arial"/>
              </a:defRPr>
            </a:lvl8pPr>
            <a:lvl9pPr algn="l">
              <a:defRPr sz="900" b="1" i="0">
                <a:solidFill>
                  <a:srgbClr val="D85F48"/>
                </a:solidFill>
                <a:latin typeface="Arial"/>
                <a:ea typeface="Arial"/>
                <a:cs typeface="Arial"/>
              </a:defRPr>
            </a:lvl9pPr>
          </a:lstStyle>
          <a:p>
            <a:pPr algn="l">
              <a:lnSpc>
                <a:spcPct val="100000"/>
              </a:lnSpc>
              <a:buNone/>
              <a:defRPr sz="900" b="1" i="0">
                <a:solidFill>
                  <a:srgbClr val="D85F48"/>
                </a:solidFill>
                <a:latin typeface="Arial"/>
                <a:ea typeface="Arial"/>
                <a:cs typeface="Arial"/>
              </a:defRPr>
            </a:pPr>
            <a:r>
              <a:rPr sz="900" b="1" i="0" dirty="0">
                <a:solidFill>
                  <a:srgbClr val="D85F48"/>
                </a:solidFill>
                <a:latin typeface="Arial"/>
                <a:ea typeface="Arial"/>
                <a:cs typeface="Arial"/>
              </a:rPr>
              <a:t>NEWS ARTICLE</a:t>
            </a:r>
          </a:p>
        </p:txBody>
      </p:sp>
      <p:sp>
        <p:nvSpPr>
          <p:cNvPr id="9" name="article-title">
            <a:extLst>
              <a:ext uri="{FF2B5EF4-FFF2-40B4-BE49-F238E27FC236}">
                <a16:creationId xmlns:a16="http://schemas.microsoft.com/office/drawing/2014/main" id="{FE156ACA-8663-4866-960B-C0444D348B84}"/>
              </a:ext>
            </a:extLst>
          </p:cNvPr>
          <p:cNvSpPr>
            <a:spLocks noGrp="1"/>
          </p:cNvSpPr>
          <p:nvPr/>
        </p:nvSpPr>
        <p:spPr>
          <a:xfrm>
            <a:off x="520700" y="2008187"/>
            <a:ext cx="6384926" cy="641339"/>
          </a:xfrm>
          <a:prstGeom prst="rect">
            <a:avLst/>
          </a:prstGeom>
          <a:noFill/>
          <a:ln w="0">
            <a:noFill/>
            <a:prstDash val="solid"/>
          </a:ln>
        </p:spPr>
        <p:txBody>
          <a:bodyPr wrap="square" lIns="0" tIns="0" rIns="0" bIns="0" anchor="t">
            <a:noAutofit/>
          </a:bodyPr>
          <a:lstStyle>
            <a:defPPr algn="l">
              <a:defRPr sz="2025" b="1" i="0">
                <a:solidFill>
                  <a:srgbClr val="172331"/>
                </a:solidFill>
                <a:latin typeface="Georgia"/>
                <a:ea typeface="Georgia"/>
                <a:cs typeface="Georgia"/>
              </a:defRPr>
            </a:defPPr>
            <a:lvl1pPr algn="l">
              <a:defRPr sz="2025" b="1" i="0">
                <a:solidFill>
                  <a:srgbClr val="172331"/>
                </a:solidFill>
                <a:latin typeface="Georgia"/>
                <a:ea typeface="Georgia"/>
                <a:cs typeface="Georgia"/>
              </a:defRPr>
            </a:lvl1pPr>
            <a:lvl2pPr algn="l">
              <a:defRPr sz="2025" b="1" i="0">
                <a:solidFill>
                  <a:srgbClr val="172331"/>
                </a:solidFill>
                <a:latin typeface="Georgia"/>
                <a:ea typeface="Georgia"/>
                <a:cs typeface="Georgia"/>
              </a:defRPr>
            </a:lvl2pPr>
            <a:lvl3pPr algn="l">
              <a:defRPr sz="2025" b="1" i="0">
                <a:solidFill>
                  <a:srgbClr val="172331"/>
                </a:solidFill>
                <a:latin typeface="Georgia"/>
                <a:ea typeface="Georgia"/>
                <a:cs typeface="Georgia"/>
              </a:defRPr>
            </a:lvl3pPr>
            <a:lvl4pPr algn="l">
              <a:defRPr sz="2025" b="1" i="0">
                <a:solidFill>
                  <a:srgbClr val="172331"/>
                </a:solidFill>
                <a:latin typeface="Georgia"/>
                <a:ea typeface="Georgia"/>
                <a:cs typeface="Georgia"/>
              </a:defRPr>
            </a:lvl4pPr>
            <a:lvl5pPr algn="l">
              <a:defRPr sz="2025" b="1" i="0">
                <a:solidFill>
                  <a:srgbClr val="172331"/>
                </a:solidFill>
                <a:latin typeface="Georgia"/>
                <a:ea typeface="Georgia"/>
                <a:cs typeface="Georgia"/>
              </a:defRPr>
            </a:lvl5pPr>
            <a:lvl6pPr algn="l">
              <a:defRPr sz="2025" b="1" i="0">
                <a:solidFill>
                  <a:srgbClr val="172331"/>
                </a:solidFill>
                <a:latin typeface="Georgia"/>
                <a:ea typeface="Georgia"/>
                <a:cs typeface="Georgia"/>
              </a:defRPr>
            </a:lvl6pPr>
            <a:lvl7pPr algn="l">
              <a:defRPr sz="2025" b="1" i="0">
                <a:solidFill>
                  <a:srgbClr val="172331"/>
                </a:solidFill>
                <a:latin typeface="Georgia"/>
                <a:ea typeface="Georgia"/>
                <a:cs typeface="Georgia"/>
              </a:defRPr>
            </a:lvl7pPr>
            <a:lvl8pPr algn="l">
              <a:defRPr sz="2025" b="1" i="0">
                <a:solidFill>
                  <a:srgbClr val="172331"/>
                </a:solidFill>
                <a:latin typeface="Georgia"/>
                <a:ea typeface="Georgia"/>
                <a:cs typeface="Georgia"/>
              </a:defRPr>
            </a:lvl8pPr>
            <a:lvl9pPr algn="l">
              <a:defRPr sz="2025" b="1" i="0">
                <a:solidFill>
                  <a:srgbClr val="172331"/>
                </a:solidFill>
                <a:latin typeface="Georgia"/>
                <a:ea typeface="Georgia"/>
                <a:cs typeface="Georgia"/>
              </a:defRPr>
            </a:lvl9pPr>
          </a:lstStyle>
          <a:p>
            <a:pPr>
              <a:defRPr sz="2025" b="1" i="0">
                <a:solidFill>
                  <a:srgbClr val="172331"/>
                </a:solidFill>
                <a:latin typeface="Georgia"/>
                <a:ea typeface="Georgia"/>
                <a:cs typeface="Georgia"/>
              </a:defRPr>
            </a:pPr>
            <a:r>
              <a:rPr lang="en-US" dirty="0"/>
              <a:t>Anthropic bans users from ‘needless abusive or cruel behavior’ towards Claude</a:t>
            </a:r>
            <a:endParaRPr sz="2025" b="1" i="0" dirty="0">
              <a:solidFill>
                <a:srgbClr val="172331"/>
              </a:solidFill>
              <a:latin typeface="Georgia"/>
              <a:ea typeface="Georgia"/>
              <a:cs typeface="Georgia"/>
            </a:endParaRPr>
          </a:p>
        </p:txBody>
      </p:sp>
      <p:sp>
        <p:nvSpPr>
          <p:cNvPr id="10" name="article-meta">
            <a:extLst>
              <a:ext uri="{FF2B5EF4-FFF2-40B4-BE49-F238E27FC236}">
                <a16:creationId xmlns:a16="http://schemas.microsoft.com/office/drawing/2014/main" id="{B2C2C5AE-896E-44DE-A4A4-B7E5007A73C5}"/>
              </a:ext>
            </a:extLst>
          </p:cNvPr>
          <p:cNvSpPr>
            <a:spLocks noGrp="1"/>
          </p:cNvSpPr>
          <p:nvPr/>
        </p:nvSpPr>
        <p:spPr>
          <a:xfrm>
            <a:off x="520700" y="2632052"/>
            <a:ext cx="5962651" cy="285761"/>
          </a:xfrm>
          <a:prstGeom prst="rect">
            <a:avLst/>
          </a:prstGeom>
          <a:noFill/>
          <a:ln w="0">
            <a:noFill/>
            <a:prstDash val="solid"/>
          </a:ln>
        </p:spPr>
        <p:txBody>
          <a:bodyPr wrap="square" lIns="0" tIns="0" rIns="0" bIns="0" anchor="t">
            <a:noAutofit/>
          </a:bodyPr>
          <a:lstStyle>
            <a:defPPr algn="l">
              <a:defRPr sz="1200" b="0" i="0">
                <a:solidFill>
                  <a:srgbClr val="5B6570"/>
                </a:solidFill>
                <a:latin typeface="Arial"/>
                <a:ea typeface="Arial"/>
                <a:cs typeface="Arial"/>
              </a:defRPr>
            </a:defPPr>
            <a:lvl1pPr algn="l">
              <a:defRPr sz="1200" b="0" i="0">
                <a:solidFill>
                  <a:srgbClr val="5B6570"/>
                </a:solidFill>
                <a:latin typeface="Arial"/>
                <a:ea typeface="Arial"/>
                <a:cs typeface="Arial"/>
              </a:defRPr>
            </a:lvl1pPr>
            <a:lvl2pPr algn="l">
              <a:defRPr sz="1200" b="0" i="0">
                <a:solidFill>
                  <a:srgbClr val="5B6570"/>
                </a:solidFill>
                <a:latin typeface="Arial"/>
                <a:ea typeface="Arial"/>
                <a:cs typeface="Arial"/>
              </a:defRPr>
            </a:lvl2pPr>
            <a:lvl3pPr algn="l">
              <a:defRPr sz="1200" b="0" i="0">
                <a:solidFill>
                  <a:srgbClr val="5B6570"/>
                </a:solidFill>
                <a:latin typeface="Arial"/>
                <a:ea typeface="Arial"/>
                <a:cs typeface="Arial"/>
              </a:defRPr>
            </a:lvl3pPr>
            <a:lvl4pPr algn="l">
              <a:defRPr sz="1200" b="0" i="0">
                <a:solidFill>
                  <a:srgbClr val="5B6570"/>
                </a:solidFill>
                <a:latin typeface="Arial"/>
                <a:ea typeface="Arial"/>
                <a:cs typeface="Arial"/>
              </a:defRPr>
            </a:lvl4pPr>
            <a:lvl5pPr algn="l">
              <a:defRPr sz="1200" b="0" i="0">
                <a:solidFill>
                  <a:srgbClr val="5B6570"/>
                </a:solidFill>
                <a:latin typeface="Arial"/>
                <a:ea typeface="Arial"/>
                <a:cs typeface="Arial"/>
              </a:defRPr>
            </a:lvl5pPr>
            <a:lvl6pPr algn="l">
              <a:defRPr sz="1200" b="0" i="0">
                <a:solidFill>
                  <a:srgbClr val="5B6570"/>
                </a:solidFill>
                <a:latin typeface="Arial"/>
                <a:ea typeface="Arial"/>
                <a:cs typeface="Arial"/>
              </a:defRPr>
            </a:lvl6pPr>
            <a:lvl7pPr algn="l">
              <a:defRPr sz="1200" b="0" i="0">
                <a:solidFill>
                  <a:srgbClr val="5B6570"/>
                </a:solidFill>
                <a:latin typeface="Arial"/>
                <a:ea typeface="Arial"/>
                <a:cs typeface="Arial"/>
              </a:defRPr>
            </a:lvl7pPr>
            <a:lvl8pPr algn="l">
              <a:defRPr sz="1200" b="0" i="0">
                <a:solidFill>
                  <a:srgbClr val="5B6570"/>
                </a:solidFill>
                <a:latin typeface="Arial"/>
                <a:ea typeface="Arial"/>
                <a:cs typeface="Arial"/>
              </a:defRPr>
            </a:lvl8pPr>
            <a:lvl9pPr algn="l">
              <a:defRPr sz="1200" b="0" i="0">
                <a:solidFill>
                  <a:srgbClr val="5B6570"/>
                </a:solidFill>
                <a:latin typeface="Arial"/>
                <a:ea typeface="Arial"/>
                <a:cs typeface="Arial"/>
              </a:defRPr>
            </a:lvl9pPr>
          </a:lstStyle>
          <a:p>
            <a:pPr>
              <a:lnSpc>
                <a:spcPct val="116000"/>
              </a:lnSpc>
              <a:defRPr sz="1200" b="0" i="0">
                <a:solidFill>
                  <a:srgbClr val="5B6570"/>
                </a:solidFill>
                <a:latin typeface="Arial"/>
                <a:ea typeface="Arial"/>
                <a:cs typeface="Arial"/>
              </a:defRPr>
            </a:pPr>
            <a:r>
              <a:rPr lang="en-US" dirty="0"/>
              <a:t>Publication date: 9 October 2026  </a:t>
            </a:r>
            <a:r>
              <a:rPr lang="en-US" altLang="zh-CN" dirty="0"/>
              <a:t>Source: The Guardian</a:t>
            </a:r>
          </a:p>
          <a:p>
            <a:pPr>
              <a:lnSpc>
                <a:spcPct val="116000"/>
              </a:lnSpc>
              <a:defRPr sz="1200" b="0" i="0">
                <a:solidFill>
                  <a:srgbClr val="5B6570"/>
                </a:solidFill>
                <a:latin typeface="Arial"/>
                <a:ea typeface="Arial"/>
                <a:cs typeface="Arial"/>
              </a:defRPr>
            </a:pPr>
            <a:r>
              <a:rPr lang="en-US" dirty="0"/>
              <a:t> </a:t>
            </a:r>
          </a:p>
        </p:txBody>
      </p:sp>
      <p:sp>
        <p:nvSpPr>
          <p:cNvPr id="11" name="column-divider">
            <a:extLst>
              <a:ext uri="{FF2B5EF4-FFF2-40B4-BE49-F238E27FC236}">
                <a16:creationId xmlns:a16="http://schemas.microsoft.com/office/drawing/2014/main" id="{E7A4B5D3-06AA-49B9-9483-44E4511EAF78}"/>
              </a:ext>
            </a:extLst>
          </p:cNvPr>
          <p:cNvSpPr>
            <a:spLocks noGrp="1"/>
          </p:cNvSpPr>
          <p:nvPr/>
        </p:nvSpPr>
        <p:spPr>
          <a:xfrm>
            <a:off x="7085012" y="2816213"/>
            <a:ext cx="0" cy="2095500"/>
          </a:xfrm>
          <a:prstGeom prst="line">
            <a:avLst/>
          </a:prstGeom>
          <a:noFill/>
          <a:ln w="9525">
            <a:solidFill>
              <a:srgbClr val="B8B4AA"/>
            </a:solidFill>
            <a:prstDash val="solid"/>
          </a:ln>
        </p:spPr>
        <p:txBody>
          <a:bodyPr/>
          <a:lstStyle/>
          <a:p>
            <a:endParaRPr lang="zh-CN" altLang="en-US"/>
          </a:p>
        </p:txBody>
      </p:sp>
      <p:sp>
        <p:nvSpPr>
          <p:cNvPr id="14" name="scope-note">
            <a:extLst>
              <a:ext uri="{FF2B5EF4-FFF2-40B4-BE49-F238E27FC236}">
                <a16:creationId xmlns:a16="http://schemas.microsoft.com/office/drawing/2014/main" id="{8736BACD-FF46-40F6-B835-8B857EB575D4}"/>
              </a:ext>
            </a:extLst>
          </p:cNvPr>
          <p:cNvSpPr>
            <a:spLocks noGrp="1"/>
          </p:cNvSpPr>
          <p:nvPr/>
        </p:nvSpPr>
        <p:spPr>
          <a:xfrm>
            <a:off x="520700" y="4911713"/>
            <a:ext cx="2603500" cy="269874"/>
          </a:xfrm>
          <a:prstGeom prst="rect">
            <a:avLst/>
          </a:prstGeom>
          <a:noFill/>
          <a:ln w="0">
            <a:noFill/>
            <a:prstDash val="solid"/>
          </a:ln>
        </p:spPr>
        <p:txBody>
          <a:bodyPr wrap="square" lIns="0" tIns="0" rIns="0" bIns="0" anchor="t">
            <a:noAutofit/>
          </a:bodyPr>
          <a:lstStyle>
            <a:defPPr algn="l">
              <a:defRPr sz="1350" b="0" i="1">
                <a:solidFill>
                  <a:srgbClr val="5B6570"/>
                </a:solidFill>
                <a:latin typeface="Georgia"/>
                <a:ea typeface="Georgia"/>
                <a:cs typeface="Georgia"/>
              </a:defRPr>
            </a:defPPr>
            <a:lvl1pPr algn="l">
              <a:defRPr sz="1350" b="0" i="1">
                <a:solidFill>
                  <a:srgbClr val="5B6570"/>
                </a:solidFill>
                <a:latin typeface="Georgia"/>
                <a:ea typeface="Georgia"/>
                <a:cs typeface="Georgia"/>
              </a:defRPr>
            </a:lvl1pPr>
            <a:lvl2pPr algn="l">
              <a:defRPr sz="1350" b="0" i="1">
                <a:solidFill>
                  <a:srgbClr val="5B6570"/>
                </a:solidFill>
                <a:latin typeface="Georgia"/>
                <a:ea typeface="Georgia"/>
                <a:cs typeface="Georgia"/>
              </a:defRPr>
            </a:lvl2pPr>
            <a:lvl3pPr algn="l">
              <a:defRPr sz="1350" b="0" i="1">
                <a:solidFill>
                  <a:srgbClr val="5B6570"/>
                </a:solidFill>
                <a:latin typeface="Georgia"/>
                <a:ea typeface="Georgia"/>
                <a:cs typeface="Georgia"/>
              </a:defRPr>
            </a:lvl3pPr>
            <a:lvl4pPr algn="l">
              <a:defRPr sz="1350" b="0" i="1">
                <a:solidFill>
                  <a:srgbClr val="5B6570"/>
                </a:solidFill>
                <a:latin typeface="Georgia"/>
                <a:ea typeface="Georgia"/>
                <a:cs typeface="Georgia"/>
              </a:defRPr>
            </a:lvl4pPr>
            <a:lvl5pPr algn="l">
              <a:defRPr sz="1350" b="0" i="1">
                <a:solidFill>
                  <a:srgbClr val="5B6570"/>
                </a:solidFill>
                <a:latin typeface="Georgia"/>
                <a:ea typeface="Georgia"/>
                <a:cs typeface="Georgia"/>
              </a:defRPr>
            </a:lvl5pPr>
            <a:lvl6pPr algn="l">
              <a:defRPr sz="1350" b="0" i="1">
                <a:solidFill>
                  <a:srgbClr val="5B6570"/>
                </a:solidFill>
                <a:latin typeface="Georgia"/>
                <a:ea typeface="Georgia"/>
                <a:cs typeface="Georgia"/>
              </a:defRPr>
            </a:lvl6pPr>
            <a:lvl7pPr algn="l">
              <a:defRPr sz="1350" b="0" i="1">
                <a:solidFill>
                  <a:srgbClr val="5B6570"/>
                </a:solidFill>
                <a:latin typeface="Georgia"/>
                <a:ea typeface="Georgia"/>
                <a:cs typeface="Georgia"/>
              </a:defRPr>
            </a:lvl7pPr>
            <a:lvl8pPr algn="l">
              <a:defRPr sz="1350" b="0" i="1">
                <a:solidFill>
                  <a:srgbClr val="5B6570"/>
                </a:solidFill>
                <a:latin typeface="Georgia"/>
                <a:ea typeface="Georgia"/>
                <a:cs typeface="Georgia"/>
              </a:defRPr>
            </a:lvl8pPr>
            <a:lvl9pPr algn="l">
              <a:defRPr sz="1350" b="0" i="1">
                <a:solidFill>
                  <a:srgbClr val="5B6570"/>
                </a:solidFill>
                <a:latin typeface="Georgia"/>
                <a:ea typeface="Georgia"/>
                <a:cs typeface="Georgia"/>
              </a:defRPr>
            </a:lvl9pPr>
          </a:lstStyle>
          <a:p>
            <a:pPr>
              <a:lnSpc>
                <a:spcPct val="108000"/>
              </a:lnSpc>
              <a:defRPr sz="1350" b="0" i="1">
                <a:solidFill>
                  <a:srgbClr val="5B6570"/>
                </a:solidFill>
                <a:latin typeface="Georgia"/>
                <a:ea typeface="Georgia"/>
                <a:cs typeface="Georgia"/>
              </a:defRPr>
            </a:pPr>
            <a:r>
              <a:rPr lang="en-US" dirty="0"/>
              <a:t>For more information, </a:t>
            </a:r>
            <a:r>
              <a:rPr lang="en-US" dirty="0">
                <a:hlinkClick r:id="rId3"/>
              </a:rPr>
              <a:t>click here</a:t>
            </a:r>
            <a:r>
              <a:rPr lang="en-US" dirty="0"/>
              <a:t>.</a:t>
            </a:r>
            <a:endParaRPr sz="1350" b="0" i="1" dirty="0">
              <a:solidFill>
                <a:srgbClr val="5B6570"/>
              </a:solidFill>
              <a:latin typeface="Georgia"/>
              <a:ea typeface="Georgia"/>
              <a:cs typeface="Georgia"/>
            </a:endParaRPr>
          </a:p>
        </p:txBody>
      </p:sp>
      <p:sp>
        <p:nvSpPr>
          <p:cNvPr id="16" name="footer-page-1">
            <a:extLst>
              <a:ext uri="{FF2B5EF4-FFF2-40B4-BE49-F238E27FC236}">
                <a16:creationId xmlns:a16="http://schemas.microsoft.com/office/drawing/2014/main" id="{3968FD82-1CEE-437A-8D2E-7AA0C88FDBCB}"/>
              </a:ext>
            </a:extLst>
          </p:cNvPr>
          <p:cNvSpPr>
            <a:spLocks noGrp="1"/>
          </p:cNvSpPr>
          <p:nvPr/>
        </p:nvSpPr>
        <p:spPr>
          <a:xfrm>
            <a:off x="11220450" y="6467475"/>
            <a:ext cx="285750" cy="209550"/>
          </a:xfrm>
          <a:prstGeom prst="rect">
            <a:avLst/>
          </a:prstGeom>
          <a:noFill/>
          <a:ln w="0">
            <a:noFill/>
            <a:prstDash val="solid"/>
          </a:ln>
        </p:spPr>
        <p:txBody>
          <a:bodyPr wrap="square" lIns="0" tIns="0" rIns="0" bIns="0" anchor="t">
            <a:noAutofit/>
          </a:bodyPr>
          <a:lstStyle>
            <a:defPPr algn="r">
              <a:defRPr sz="825" b="0" i="0">
                <a:solidFill>
                  <a:srgbClr val="5B6570"/>
                </a:solidFill>
                <a:latin typeface="Arial"/>
                <a:ea typeface="Arial"/>
                <a:cs typeface="Arial"/>
              </a:defRPr>
            </a:defPPr>
            <a:lvl1pPr algn="r">
              <a:defRPr sz="825" b="0" i="0">
                <a:solidFill>
                  <a:srgbClr val="5B6570"/>
                </a:solidFill>
                <a:latin typeface="Arial"/>
                <a:ea typeface="Arial"/>
                <a:cs typeface="Arial"/>
              </a:defRPr>
            </a:lvl1pPr>
            <a:lvl2pPr algn="r">
              <a:defRPr sz="825" b="0" i="0">
                <a:solidFill>
                  <a:srgbClr val="5B6570"/>
                </a:solidFill>
                <a:latin typeface="Arial"/>
                <a:ea typeface="Arial"/>
                <a:cs typeface="Arial"/>
              </a:defRPr>
            </a:lvl2pPr>
            <a:lvl3pPr algn="r">
              <a:defRPr sz="825" b="0" i="0">
                <a:solidFill>
                  <a:srgbClr val="5B6570"/>
                </a:solidFill>
                <a:latin typeface="Arial"/>
                <a:ea typeface="Arial"/>
                <a:cs typeface="Arial"/>
              </a:defRPr>
            </a:lvl3pPr>
            <a:lvl4pPr algn="r">
              <a:defRPr sz="825" b="0" i="0">
                <a:solidFill>
                  <a:srgbClr val="5B6570"/>
                </a:solidFill>
                <a:latin typeface="Arial"/>
                <a:ea typeface="Arial"/>
                <a:cs typeface="Arial"/>
              </a:defRPr>
            </a:lvl4pPr>
            <a:lvl5pPr algn="r">
              <a:defRPr sz="825" b="0" i="0">
                <a:solidFill>
                  <a:srgbClr val="5B6570"/>
                </a:solidFill>
                <a:latin typeface="Arial"/>
                <a:ea typeface="Arial"/>
                <a:cs typeface="Arial"/>
              </a:defRPr>
            </a:lvl5pPr>
            <a:lvl6pPr algn="r">
              <a:defRPr sz="825" b="0" i="0">
                <a:solidFill>
                  <a:srgbClr val="5B6570"/>
                </a:solidFill>
                <a:latin typeface="Arial"/>
                <a:ea typeface="Arial"/>
                <a:cs typeface="Arial"/>
              </a:defRPr>
            </a:lvl6pPr>
            <a:lvl7pPr algn="r">
              <a:defRPr sz="825" b="0" i="0">
                <a:solidFill>
                  <a:srgbClr val="5B6570"/>
                </a:solidFill>
                <a:latin typeface="Arial"/>
                <a:ea typeface="Arial"/>
                <a:cs typeface="Arial"/>
              </a:defRPr>
            </a:lvl7pPr>
            <a:lvl8pPr algn="r">
              <a:defRPr sz="825" b="0" i="0">
                <a:solidFill>
                  <a:srgbClr val="5B6570"/>
                </a:solidFill>
                <a:latin typeface="Arial"/>
                <a:ea typeface="Arial"/>
                <a:cs typeface="Arial"/>
              </a:defRPr>
            </a:lvl8pPr>
            <a:lvl9pPr algn="r">
              <a:defRPr sz="825" b="0" i="0">
                <a:solidFill>
                  <a:srgbClr val="5B6570"/>
                </a:solidFill>
                <a:latin typeface="Arial"/>
                <a:ea typeface="Arial"/>
                <a:cs typeface="Arial"/>
              </a:defRPr>
            </a:lvl9pPr>
          </a:lstStyle>
          <a:p>
            <a:pPr algn="r">
              <a:lnSpc>
                <a:spcPct val="100000"/>
              </a:lnSpc>
              <a:buNone/>
              <a:defRPr sz="825" b="0" i="0">
                <a:solidFill>
                  <a:srgbClr val="5B6570"/>
                </a:solidFill>
                <a:latin typeface="Arial"/>
                <a:ea typeface="Arial"/>
                <a:cs typeface="Arial"/>
              </a:defRPr>
            </a:pPr>
            <a:r>
              <a:rPr sz="825" b="0" i="0">
                <a:solidFill>
                  <a:srgbClr val="5B6570"/>
                </a:solidFill>
                <a:latin typeface="Arial"/>
                <a:ea typeface="Arial"/>
                <a:cs typeface="Arial"/>
              </a:rPr>
              <a:t>1 / 3</a:t>
            </a:r>
          </a:p>
        </p:txBody>
      </p:sp>
      <p:sp>
        <p:nvSpPr>
          <p:cNvPr id="20" name="文本框 19">
            <a:extLst>
              <a:ext uri="{FF2B5EF4-FFF2-40B4-BE49-F238E27FC236}">
                <a16:creationId xmlns:a16="http://schemas.microsoft.com/office/drawing/2014/main" id="{EFF3214B-512A-8992-D85C-8AB3DE921BDF}"/>
              </a:ext>
            </a:extLst>
          </p:cNvPr>
          <p:cNvSpPr txBox="1"/>
          <p:nvPr/>
        </p:nvSpPr>
        <p:spPr>
          <a:xfrm>
            <a:off x="431799" y="2858241"/>
            <a:ext cx="6653213" cy="2062103"/>
          </a:xfrm>
          <a:prstGeom prst="rect">
            <a:avLst/>
          </a:prstGeom>
          <a:noFill/>
        </p:spPr>
        <p:txBody>
          <a:bodyPr wrap="square" rtlCol="0">
            <a:spAutoFit/>
          </a:bodyPr>
          <a:lstStyle/>
          <a:p>
            <a:r>
              <a:rPr lang="en-US" altLang="zh-CN" sz="1600" dirty="0"/>
              <a:t>On 8 October 2026, San Francisco-based Anthropic announced an update to its online Usage Policy, effective 12 November, prohibiting “sustained and needless abusive or cruel behavior” toward Claude while excluding common user frustration, model testing and dark creative themes. Claude can already end rare, persistently harmful conversations. The policy directly affects Anthropic, users and developers. It matters because it treats possible harm to an AI as a wider ethical question, rather than only a private product rule.</a:t>
            </a:r>
            <a:endParaRPr lang="zh-CN" altLang="en-US" sz="1600" dirty="0"/>
          </a:p>
        </p:txBody>
      </p:sp>
      <p:pic>
        <p:nvPicPr>
          <p:cNvPr id="22" name="图片 21">
            <a:extLst>
              <a:ext uri="{FF2B5EF4-FFF2-40B4-BE49-F238E27FC236}">
                <a16:creationId xmlns:a16="http://schemas.microsoft.com/office/drawing/2014/main" id="{7C3542F6-E793-39D7-F99F-758F5A01C063}"/>
              </a:ext>
            </a:extLst>
          </p:cNvPr>
          <p:cNvPicPr>
            <a:picLocks noChangeAspect="1"/>
          </p:cNvPicPr>
          <p:nvPr/>
        </p:nvPicPr>
        <p:blipFill>
          <a:blip r:embed="rId4"/>
          <a:stretch>
            <a:fillRect/>
          </a:stretch>
        </p:blipFill>
        <p:spPr>
          <a:xfrm>
            <a:off x="7254876" y="2584383"/>
            <a:ext cx="4282879" cy="2044767"/>
          </a:xfrm>
          <a:prstGeom prst="rect">
            <a:avLst/>
          </a:prstGeom>
        </p:spPr>
      </p:pic>
      <p:sp>
        <p:nvSpPr>
          <p:cNvPr id="24" name="article-title">
            <a:extLst>
              <a:ext uri="{FF2B5EF4-FFF2-40B4-BE49-F238E27FC236}">
                <a16:creationId xmlns:a16="http://schemas.microsoft.com/office/drawing/2014/main" id="{8D44F767-022F-ABF2-37B0-511FAD407349}"/>
              </a:ext>
            </a:extLst>
          </p:cNvPr>
          <p:cNvSpPr>
            <a:spLocks noGrp="1"/>
          </p:cNvSpPr>
          <p:nvPr/>
        </p:nvSpPr>
        <p:spPr>
          <a:xfrm>
            <a:off x="7254876" y="2076450"/>
            <a:ext cx="3471862" cy="408032"/>
          </a:xfrm>
          <a:prstGeom prst="rect">
            <a:avLst/>
          </a:prstGeom>
          <a:noFill/>
          <a:ln w="0">
            <a:noFill/>
            <a:prstDash val="solid"/>
          </a:ln>
        </p:spPr>
        <p:txBody>
          <a:bodyPr wrap="square" lIns="0" tIns="0" rIns="0" bIns="0" anchor="t">
            <a:noAutofit/>
          </a:bodyPr>
          <a:lstStyle>
            <a:defPPr algn="l">
              <a:defRPr sz="2025" b="1" i="0">
                <a:solidFill>
                  <a:srgbClr val="172331"/>
                </a:solidFill>
                <a:latin typeface="Georgia"/>
                <a:ea typeface="Georgia"/>
                <a:cs typeface="Georgia"/>
              </a:defRPr>
            </a:defPPr>
            <a:lvl1pPr algn="l">
              <a:defRPr sz="2025" b="1" i="0">
                <a:solidFill>
                  <a:srgbClr val="172331"/>
                </a:solidFill>
                <a:latin typeface="Georgia"/>
                <a:ea typeface="Georgia"/>
                <a:cs typeface="Georgia"/>
              </a:defRPr>
            </a:lvl1pPr>
            <a:lvl2pPr algn="l">
              <a:defRPr sz="2025" b="1" i="0">
                <a:solidFill>
                  <a:srgbClr val="172331"/>
                </a:solidFill>
                <a:latin typeface="Georgia"/>
                <a:ea typeface="Georgia"/>
                <a:cs typeface="Georgia"/>
              </a:defRPr>
            </a:lvl2pPr>
            <a:lvl3pPr algn="l">
              <a:defRPr sz="2025" b="1" i="0">
                <a:solidFill>
                  <a:srgbClr val="172331"/>
                </a:solidFill>
                <a:latin typeface="Georgia"/>
                <a:ea typeface="Georgia"/>
                <a:cs typeface="Georgia"/>
              </a:defRPr>
            </a:lvl3pPr>
            <a:lvl4pPr algn="l">
              <a:defRPr sz="2025" b="1" i="0">
                <a:solidFill>
                  <a:srgbClr val="172331"/>
                </a:solidFill>
                <a:latin typeface="Georgia"/>
                <a:ea typeface="Georgia"/>
                <a:cs typeface="Georgia"/>
              </a:defRPr>
            </a:lvl4pPr>
            <a:lvl5pPr algn="l">
              <a:defRPr sz="2025" b="1" i="0">
                <a:solidFill>
                  <a:srgbClr val="172331"/>
                </a:solidFill>
                <a:latin typeface="Georgia"/>
                <a:ea typeface="Georgia"/>
                <a:cs typeface="Georgia"/>
              </a:defRPr>
            </a:lvl5pPr>
            <a:lvl6pPr algn="l">
              <a:defRPr sz="2025" b="1" i="0">
                <a:solidFill>
                  <a:srgbClr val="172331"/>
                </a:solidFill>
                <a:latin typeface="Georgia"/>
                <a:ea typeface="Georgia"/>
                <a:cs typeface="Georgia"/>
              </a:defRPr>
            </a:lvl6pPr>
            <a:lvl7pPr algn="l">
              <a:defRPr sz="2025" b="1" i="0">
                <a:solidFill>
                  <a:srgbClr val="172331"/>
                </a:solidFill>
                <a:latin typeface="Georgia"/>
                <a:ea typeface="Georgia"/>
                <a:cs typeface="Georgia"/>
              </a:defRPr>
            </a:lvl7pPr>
            <a:lvl8pPr algn="l">
              <a:defRPr sz="2025" b="1" i="0">
                <a:solidFill>
                  <a:srgbClr val="172331"/>
                </a:solidFill>
                <a:latin typeface="Georgia"/>
                <a:ea typeface="Georgia"/>
                <a:cs typeface="Georgia"/>
              </a:defRPr>
            </a:lvl8pPr>
            <a:lvl9pPr algn="l">
              <a:defRPr sz="2025" b="1" i="0">
                <a:solidFill>
                  <a:srgbClr val="172331"/>
                </a:solidFill>
                <a:latin typeface="Georgia"/>
                <a:ea typeface="Georgia"/>
                <a:cs typeface="Georgia"/>
              </a:defRPr>
            </a:lvl9pPr>
          </a:lstStyle>
          <a:p>
            <a:pPr>
              <a:defRPr sz="2025" b="1" i="0">
                <a:solidFill>
                  <a:srgbClr val="172331"/>
                </a:solidFill>
                <a:latin typeface="Georgia"/>
                <a:ea typeface="Georgia"/>
                <a:cs typeface="Georgia"/>
              </a:defRPr>
            </a:pPr>
            <a:r>
              <a:rPr lang="en-US" dirty="0"/>
              <a:t>2026 Usage Policy update</a:t>
            </a:r>
            <a:endParaRPr sz="2025" b="1" i="0" dirty="0">
              <a:solidFill>
                <a:srgbClr val="172331"/>
              </a:solidFill>
              <a:latin typeface="Georgia"/>
              <a:ea typeface="Georgia"/>
              <a:cs typeface="Georgia"/>
            </a:endParaRPr>
          </a:p>
        </p:txBody>
      </p:sp>
      <p:sp>
        <p:nvSpPr>
          <p:cNvPr id="26" name="scope-note">
            <a:extLst>
              <a:ext uri="{FF2B5EF4-FFF2-40B4-BE49-F238E27FC236}">
                <a16:creationId xmlns:a16="http://schemas.microsoft.com/office/drawing/2014/main" id="{D365E9DD-0D3E-7A98-C5F7-A42FA987E58D}"/>
              </a:ext>
            </a:extLst>
          </p:cNvPr>
          <p:cNvSpPr>
            <a:spLocks noGrp="1"/>
          </p:cNvSpPr>
          <p:nvPr/>
        </p:nvSpPr>
        <p:spPr>
          <a:xfrm>
            <a:off x="7254876" y="4729051"/>
            <a:ext cx="2603500" cy="269874"/>
          </a:xfrm>
          <a:prstGeom prst="rect">
            <a:avLst/>
          </a:prstGeom>
          <a:noFill/>
          <a:ln w="0">
            <a:noFill/>
            <a:prstDash val="solid"/>
          </a:ln>
        </p:spPr>
        <p:txBody>
          <a:bodyPr wrap="square" lIns="0" tIns="0" rIns="0" bIns="0" anchor="t">
            <a:noAutofit/>
          </a:bodyPr>
          <a:lstStyle>
            <a:defPPr algn="l">
              <a:defRPr sz="1350" b="0" i="1">
                <a:solidFill>
                  <a:srgbClr val="5B6570"/>
                </a:solidFill>
                <a:latin typeface="Georgia"/>
                <a:ea typeface="Georgia"/>
                <a:cs typeface="Georgia"/>
              </a:defRPr>
            </a:defPPr>
            <a:lvl1pPr algn="l">
              <a:defRPr sz="1350" b="0" i="1">
                <a:solidFill>
                  <a:srgbClr val="5B6570"/>
                </a:solidFill>
                <a:latin typeface="Georgia"/>
                <a:ea typeface="Georgia"/>
                <a:cs typeface="Georgia"/>
              </a:defRPr>
            </a:lvl1pPr>
            <a:lvl2pPr algn="l">
              <a:defRPr sz="1350" b="0" i="1">
                <a:solidFill>
                  <a:srgbClr val="5B6570"/>
                </a:solidFill>
                <a:latin typeface="Georgia"/>
                <a:ea typeface="Georgia"/>
                <a:cs typeface="Georgia"/>
              </a:defRPr>
            </a:lvl2pPr>
            <a:lvl3pPr algn="l">
              <a:defRPr sz="1350" b="0" i="1">
                <a:solidFill>
                  <a:srgbClr val="5B6570"/>
                </a:solidFill>
                <a:latin typeface="Georgia"/>
                <a:ea typeface="Georgia"/>
                <a:cs typeface="Georgia"/>
              </a:defRPr>
            </a:lvl3pPr>
            <a:lvl4pPr algn="l">
              <a:defRPr sz="1350" b="0" i="1">
                <a:solidFill>
                  <a:srgbClr val="5B6570"/>
                </a:solidFill>
                <a:latin typeface="Georgia"/>
                <a:ea typeface="Georgia"/>
                <a:cs typeface="Georgia"/>
              </a:defRPr>
            </a:lvl4pPr>
            <a:lvl5pPr algn="l">
              <a:defRPr sz="1350" b="0" i="1">
                <a:solidFill>
                  <a:srgbClr val="5B6570"/>
                </a:solidFill>
                <a:latin typeface="Georgia"/>
                <a:ea typeface="Georgia"/>
                <a:cs typeface="Georgia"/>
              </a:defRPr>
            </a:lvl5pPr>
            <a:lvl6pPr algn="l">
              <a:defRPr sz="1350" b="0" i="1">
                <a:solidFill>
                  <a:srgbClr val="5B6570"/>
                </a:solidFill>
                <a:latin typeface="Georgia"/>
                <a:ea typeface="Georgia"/>
                <a:cs typeface="Georgia"/>
              </a:defRPr>
            </a:lvl6pPr>
            <a:lvl7pPr algn="l">
              <a:defRPr sz="1350" b="0" i="1">
                <a:solidFill>
                  <a:srgbClr val="5B6570"/>
                </a:solidFill>
                <a:latin typeface="Georgia"/>
                <a:ea typeface="Georgia"/>
                <a:cs typeface="Georgia"/>
              </a:defRPr>
            </a:lvl7pPr>
            <a:lvl8pPr algn="l">
              <a:defRPr sz="1350" b="0" i="1">
                <a:solidFill>
                  <a:srgbClr val="5B6570"/>
                </a:solidFill>
                <a:latin typeface="Georgia"/>
                <a:ea typeface="Georgia"/>
                <a:cs typeface="Georgia"/>
              </a:defRPr>
            </a:lvl8pPr>
            <a:lvl9pPr algn="l">
              <a:defRPr sz="1350" b="0" i="1">
                <a:solidFill>
                  <a:srgbClr val="5B6570"/>
                </a:solidFill>
                <a:latin typeface="Georgia"/>
                <a:ea typeface="Georgia"/>
                <a:cs typeface="Georgia"/>
              </a:defRPr>
            </a:lvl9pPr>
          </a:lstStyle>
          <a:p>
            <a:pPr>
              <a:lnSpc>
                <a:spcPct val="108000"/>
              </a:lnSpc>
              <a:defRPr sz="1350" b="0" i="1">
                <a:solidFill>
                  <a:srgbClr val="5B6570"/>
                </a:solidFill>
                <a:latin typeface="Georgia"/>
                <a:ea typeface="Georgia"/>
                <a:cs typeface="Georgia"/>
              </a:defRPr>
            </a:pPr>
            <a:r>
              <a:rPr lang="en-US" altLang="zh-CN" sz="1350" b="0" i="1" dirty="0">
                <a:solidFill>
                  <a:srgbClr val="5B6570"/>
                </a:solidFill>
                <a:latin typeface="Georgia"/>
                <a:ea typeface="Georgia"/>
                <a:cs typeface="Georgia"/>
                <a:hlinkClick r:id="rId5"/>
              </a:rPr>
              <a:t>View whole policy</a:t>
            </a:r>
            <a:endParaRPr sz="1350" b="0" i="1" dirty="0">
              <a:solidFill>
                <a:srgbClr val="5B6570"/>
              </a:solidFill>
              <a:latin typeface="Georgia"/>
              <a:ea typeface="Georgia"/>
              <a:cs typeface="Georgia"/>
            </a:endParaRPr>
          </a:p>
        </p:txBody>
      </p:sp>
      <p:sp>
        <p:nvSpPr>
          <p:cNvPr id="27" name="文本框 26">
            <a:extLst>
              <a:ext uri="{FF2B5EF4-FFF2-40B4-BE49-F238E27FC236}">
                <a16:creationId xmlns:a16="http://schemas.microsoft.com/office/drawing/2014/main" id="{EBA63F9D-21B0-1B16-0B94-A9ADC5B36B0D}"/>
              </a:ext>
            </a:extLst>
          </p:cNvPr>
          <p:cNvSpPr txBox="1"/>
          <p:nvPr/>
        </p:nvSpPr>
        <p:spPr>
          <a:xfrm>
            <a:off x="1996955" y="5820380"/>
            <a:ext cx="7969489" cy="369332"/>
          </a:xfrm>
          <a:prstGeom prst="rect">
            <a:avLst/>
          </a:prstGeom>
          <a:noFill/>
        </p:spPr>
        <p:txBody>
          <a:bodyPr wrap="none" rtlCol="0">
            <a:spAutoFit/>
          </a:bodyPr>
          <a:lstStyle/>
          <a:p>
            <a:r>
              <a:rPr lang="en-US" altLang="zh-CN" dirty="0"/>
              <a:t>If Claude’s moral status is uncertain, who should decide what counts as harm?</a:t>
            </a:r>
            <a:endParaRPr lang="zh-CN" altLang="en-US" dirty="0"/>
          </a:p>
        </p:txBody>
      </p:sp>
    </p:spTree>
    <p:extLst>
      <p:ext uri="{BB962C8B-B14F-4D97-AF65-F5344CB8AC3E}">
        <p14:creationId xmlns:p14="http://schemas.microsoft.com/office/powerpoint/2010/main" val="639221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433"/>
        </a:solidFill>
        <a:effectLst/>
      </p:bgPr>
    </p:bg>
    <p:spTree>
      <p:nvGrpSpPr>
        <p:cNvPr id="1" name=""/>
        <p:cNvGrpSpPr/>
        <p:nvPr/>
      </p:nvGrpSpPr>
      <p:grpSpPr>
        <a:xfrm>
          <a:off x="0" y="0"/>
          <a:ext cx="0" cy="0"/>
          <a:chOff x="0" y="0"/>
          <a:chExt cx="0" cy="0"/>
        </a:xfrm>
      </p:grpSpPr>
      <p:sp>
        <p:nvSpPr>
          <p:cNvPr id="2" name="analysis-title">
            <a:extLst>
              <a:ext uri="{FF2B5EF4-FFF2-40B4-BE49-F238E27FC236}">
                <a16:creationId xmlns:a16="http://schemas.microsoft.com/office/drawing/2014/main" id="{83AF49D7-65C8-4A28-B607-54F87FAB8A58}"/>
              </a:ext>
            </a:extLst>
          </p:cNvPr>
          <p:cNvSpPr>
            <a:spLocks noGrp="1"/>
          </p:cNvSpPr>
          <p:nvPr/>
        </p:nvSpPr>
        <p:spPr>
          <a:xfrm>
            <a:off x="517525" y="398463"/>
            <a:ext cx="6264275" cy="490533"/>
          </a:xfrm>
          <a:prstGeom prst="rect">
            <a:avLst/>
          </a:prstGeom>
          <a:noFill/>
          <a:ln w="0">
            <a:noFill/>
            <a:prstDash val="solid"/>
          </a:ln>
        </p:spPr>
        <p:txBody>
          <a:bodyPr wrap="square" lIns="0" tIns="0" rIns="0" bIns="0" anchor="t">
            <a:noAutofit/>
          </a:bodyPr>
          <a:lstStyle>
            <a:defPPr algn="l">
              <a:defRPr sz="3150" b="1" i="0">
                <a:solidFill>
                  <a:srgbClr val="FFFFFF"/>
                </a:solidFill>
                <a:latin typeface="Georgia"/>
                <a:ea typeface="Georgia"/>
                <a:cs typeface="Georgia"/>
              </a:defRPr>
            </a:defPPr>
            <a:lvl1pPr algn="l">
              <a:defRPr sz="3150" b="1" i="0">
                <a:solidFill>
                  <a:srgbClr val="FFFFFF"/>
                </a:solidFill>
                <a:latin typeface="Georgia"/>
                <a:ea typeface="Georgia"/>
                <a:cs typeface="Georgia"/>
              </a:defRPr>
            </a:lvl1pPr>
            <a:lvl2pPr algn="l">
              <a:defRPr sz="3150" b="1" i="0">
                <a:solidFill>
                  <a:srgbClr val="FFFFFF"/>
                </a:solidFill>
                <a:latin typeface="Georgia"/>
                <a:ea typeface="Georgia"/>
                <a:cs typeface="Georgia"/>
              </a:defRPr>
            </a:lvl2pPr>
            <a:lvl3pPr algn="l">
              <a:defRPr sz="3150" b="1" i="0">
                <a:solidFill>
                  <a:srgbClr val="FFFFFF"/>
                </a:solidFill>
                <a:latin typeface="Georgia"/>
                <a:ea typeface="Georgia"/>
                <a:cs typeface="Georgia"/>
              </a:defRPr>
            </a:lvl3pPr>
            <a:lvl4pPr algn="l">
              <a:defRPr sz="3150" b="1" i="0">
                <a:solidFill>
                  <a:srgbClr val="FFFFFF"/>
                </a:solidFill>
                <a:latin typeface="Georgia"/>
                <a:ea typeface="Georgia"/>
                <a:cs typeface="Georgia"/>
              </a:defRPr>
            </a:lvl4pPr>
            <a:lvl5pPr algn="l">
              <a:defRPr sz="3150" b="1" i="0">
                <a:solidFill>
                  <a:srgbClr val="FFFFFF"/>
                </a:solidFill>
                <a:latin typeface="Georgia"/>
                <a:ea typeface="Georgia"/>
                <a:cs typeface="Georgia"/>
              </a:defRPr>
            </a:lvl5pPr>
            <a:lvl6pPr algn="l">
              <a:defRPr sz="3150" b="1" i="0">
                <a:solidFill>
                  <a:srgbClr val="FFFFFF"/>
                </a:solidFill>
                <a:latin typeface="Georgia"/>
                <a:ea typeface="Georgia"/>
                <a:cs typeface="Georgia"/>
              </a:defRPr>
            </a:lvl6pPr>
            <a:lvl7pPr algn="l">
              <a:defRPr sz="3150" b="1" i="0">
                <a:solidFill>
                  <a:srgbClr val="FFFFFF"/>
                </a:solidFill>
                <a:latin typeface="Georgia"/>
                <a:ea typeface="Georgia"/>
                <a:cs typeface="Georgia"/>
              </a:defRPr>
            </a:lvl7pPr>
            <a:lvl8pPr algn="l">
              <a:defRPr sz="3150" b="1" i="0">
                <a:solidFill>
                  <a:srgbClr val="FFFFFF"/>
                </a:solidFill>
                <a:latin typeface="Georgia"/>
                <a:ea typeface="Georgia"/>
                <a:cs typeface="Georgia"/>
              </a:defRPr>
            </a:lvl8pPr>
            <a:lvl9pPr algn="l">
              <a:defRPr sz="3150" b="1" i="0">
                <a:solidFill>
                  <a:srgbClr val="FFFFFF"/>
                </a:solidFill>
                <a:latin typeface="Georgia"/>
                <a:ea typeface="Georgia"/>
                <a:cs typeface="Georgia"/>
              </a:defRPr>
            </a:lvl9pPr>
          </a:lstStyle>
          <a:p>
            <a:pPr>
              <a:lnSpc>
                <a:spcPct val="94000"/>
              </a:lnSpc>
              <a:defRPr sz="3150" b="1" i="0">
                <a:solidFill>
                  <a:srgbClr val="FFFFFF"/>
                </a:solidFill>
                <a:latin typeface="Georgia"/>
                <a:ea typeface="Georgia"/>
                <a:cs typeface="Georgia"/>
              </a:defRPr>
            </a:pPr>
            <a:r>
              <a:rPr lang="en-US" sz="2800" dirty="0"/>
              <a:t>Moral Status Under Uncertainty</a:t>
            </a:r>
            <a:endParaRPr sz="2800" b="1" i="0" dirty="0">
              <a:solidFill>
                <a:srgbClr val="FFFFFF"/>
              </a:solidFill>
              <a:latin typeface="Georgia"/>
              <a:ea typeface="Georgia"/>
              <a:cs typeface="Georgia"/>
            </a:endParaRPr>
          </a:p>
        </p:txBody>
      </p:sp>
      <p:sp>
        <p:nvSpPr>
          <p:cNvPr id="3" name="analysis-rule">
            <a:extLst>
              <a:ext uri="{FF2B5EF4-FFF2-40B4-BE49-F238E27FC236}">
                <a16:creationId xmlns:a16="http://schemas.microsoft.com/office/drawing/2014/main" id="{7ECB3657-96D7-4265-8878-BBA2DB8B75A6}"/>
              </a:ext>
            </a:extLst>
          </p:cNvPr>
          <p:cNvSpPr>
            <a:spLocks noGrp="1"/>
          </p:cNvSpPr>
          <p:nvPr/>
        </p:nvSpPr>
        <p:spPr>
          <a:xfrm>
            <a:off x="517525" y="965200"/>
            <a:ext cx="7239000" cy="0"/>
          </a:xfrm>
          <a:prstGeom prst="line">
            <a:avLst/>
          </a:prstGeom>
          <a:noFill/>
          <a:ln w="19050">
            <a:solidFill>
              <a:srgbClr val="D85F48"/>
            </a:solidFill>
            <a:prstDash val="solid"/>
          </a:ln>
        </p:spPr>
        <p:txBody>
          <a:bodyPr/>
          <a:lstStyle/>
          <a:p>
            <a:endParaRPr lang="zh-CN" altLang="en-US"/>
          </a:p>
        </p:txBody>
      </p:sp>
      <p:sp>
        <p:nvSpPr>
          <p:cNvPr id="4" name="concept-label">
            <a:extLst>
              <a:ext uri="{FF2B5EF4-FFF2-40B4-BE49-F238E27FC236}">
                <a16:creationId xmlns:a16="http://schemas.microsoft.com/office/drawing/2014/main" id="{7FC14B21-A1F0-471F-9C36-C8B317014909}"/>
              </a:ext>
            </a:extLst>
          </p:cNvPr>
          <p:cNvSpPr>
            <a:spLocks noGrp="1"/>
          </p:cNvSpPr>
          <p:nvPr/>
        </p:nvSpPr>
        <p:spPr>
          <a:xfrm>
            <a:off x="517525" y="1246083"/>
            <a:ext cx="638172" cy="155560"/>
          </a:xfrm>
          <a:prstGeom prst="rect">
            <a:avLst/>
          </a:prstGeom>
          <a:noFill/>
          <a:ln w="0">
            <a:noFill/>
            <a:prstDash val="solid"/>
          </a:ln>
        </p:spPr>
        <p:txBody>
          <a:bodyPr wrap="square" lIns="0" tIns="0" rIns="0" bIns="0" anchor="t">
            <a:noAutofit/>
          </a:bodyPr>
          <a:lstStyle>
            <a:defPPr algn="l">
              <a:defRPr sz="900" b="1" i="0">
                <a:solidFill>
                  <a:srgbClr val="F2CABF"/>
                </a:solidFill>
                <a:latin typeface="Arial"/>
                <a:ea typeface="Arial"/>
                <a:cs typeface="Arial"/>
              </a:defRPr>
            </a:defPPr>
            <a:lvl1pPr algn="l">
              <a:defRPr sz="900" b="1" i="0">
                <a:solidFill>
                  <a:srgbClr val="F2CABF"/>
                </a:solidFill>
                <a:latin typeface="Arial"/>
                <a:ea typeface="Arial"/>
                <a:cs typeface="Arial"/>
              </a:defRPr>
            </a:lvl1pPr>
            <a:lvl2pPr algn="l">
              <a:defRPr sz="900" b="1" i="0">
                <a:solidFill>
                  <a:srgbClr val="F2CABF"/>
                </a:solidFill>
                <a:latin typeface="Arial"/>
                <a:ea typeface="Arial"/>
                <a:cs typeface="Arial"/>
              </a:defRPr>
            </a:lvl2pPr>
            <a:lvl3pPr algn="l">
              <a:defRPr sz="900" b="1" i="0">
                <a:solidFill>
                  <a:srgbClr val="F2CABF"/>
                </a:solidFill>
                <a:latin typeface="Arial"/>
                <a:ea typeface="Arial"/>
                <a:cs typeface="Arial"/>
              </a:defRPr>
            </a:lvl3pPr>
            <a:lvl4pPr algn="l">
              <a:defRPr sz="900" b="1" i="0">
                <a:solidFill>
                  <a:srgbClr val="F2CABF"/>
                </a:solidFill>
                <a:latin typeface="Arial"/>
                <a:ea typeface="Arial"/>
                <a:cs typeface="Arial"/>
              </a:defRPr>
            </a:lvl4pPr>
            <a:lvl5pPr algn="l">
              <a:defRPr sz="900" b="1" i="0">
                <a:solidFill>
                  <a:srgbClr val="F2CABF"/>
                </a:solidFill>
                <a:latin typeface="Arial"/>
                <a:ea typeface="Arial"/>
                <a:cs typeface="Arial"/>
              </a:defRPr>
            </a:lvl5pPr>
            <a:lvl6pPr algn="l">
              <a:defRPr sz="900" b="1" i="0">
                <a:solidFill>
                  <a:srgbClr val="F2CABF"/>
                </a:solidFill>
                <a:latin typeface="Arial"/>
                <a:ea typeface="Arial"/>
                <a:cs typeface="Arial"/>
              </a:defRPr>
            </a:lvl6pPr>
            <a:lvl7pPr algn="l">
              <a:defRPr sz="900" b="1" i="0">
                <a:solidFill>
                  <a:srgbClr val="F2CABF"/>
                </a:solidFill>
                <a:latin typeface="Arial"/>
                <a:ea typeface="Arial"/>
                <a:cs typeface="Arial"/>
              </a:defRPr>
            </a:lvl7pPr>
            <a:lvl8pPr algn="l">
              <a:defRPr sz="900" b="1" i="0">
                <a:solidFill>
                  <a:srgbClr val="F2CABF"/>
                </a:solidFill>
                <a:latin typeface="Arial"/>
                <a:ea typeface="Arial"/>
                <a:cs typeface="Arial"/>
              </a:defRPr>
            </a:lvl8pPr>
            <a:lvl9pPr algn="l">
              <a:defRPr sz="900" b="1" i="0">
                <a:solidFill>
                  <a:srgbClr val="F2CABF"/>
                </a:solidFill>
                <a:latin typeface="Arial"/>
                <a:ea typeface="Arial"/>
                <a:cs typeface="Arial"/>
              </a:defRPr>
            </a:lvl9pPr>
          </a:lstStyle>
          <a:p>
            <a:pPr algn="l">
              <a:lnSpc>
                <a:spcPct val="100000"/>
              </a:lnSpc>
              <a:buNone/>
              <a:defRPr sz="900" b="1" i="0">
                <a:solidFill>
                  <a:srgbClr val="F2CABF"/>
                </a:solidFill>
                <a:latin typeface="Arial"/>
                <a:ea typeface="Arial"/>
                <a:cs typeface="Arial"/>
              </a:defRPr>
            </a:pPr>
            <a:r>
              <a:rPr sz="900" b="1" i="0" dirty="0">
                <a:solidFill>
                  <a:srgbClr val="F2CABF"/>
                </a:solidFill>
                <a:latin typeface="Arial"/>
                <a:ea typeface="Arial"/>
                <a:cs typeface="Arial"/>
              </a:rPr>
              <a:t>CONCEPT</a:t>
            </a:r>
          </a:p>
        </p:txBody>
      </p:sp>
      <p:sp>
        <p:nvSpPr>
          <p:cNvPr id="5" name="concept-placeholder">
            <a:extLst>
              <a:ext uri="{FF2B5EF4-FFF2-40B4-BE49-F238E27FC236}">
                <a16:creationId xmlns:a16="http://schemas.microsoft.com/office/drawing/2014/main" id="{6DD529B9-B8D2-42A4-AA1D-789163B7301C}"/>
              </a:ext>
            </a:extLst>
          </p:cNvPr>
          <p:cNvSpPr>
            <a:spLocks noGrp="1"/>
          </p:cNvSpPr>
          <p:nvPr/>
        </p:nvSpPr>
        <p:spPr>
          <a:xfrm>
            <a:off x="517525" y="1381863"/>
            <a:ext cx="3743324" cy="335075"/>
          </a:xfrm>
          <a:prstGeom prst="rect">
            <a:avLst/>
          </a:prstGeom>
          <a:noFill/>
          <a:ln w="0">
            <a:noFill/>
            <a:prstDash val="solid"/>
          </a:ln>
        </p:spPr>
        <p:txBody>
          <a:bodyPr wrap="square" lIns="0" tIns="0" rIns="0" bIns="0" anchor="t">
            <a:noAutofit/>
          </a:bodyPr>
          <a:lstStyle>
            <a:defPPr algn="l">
              <a:defRPr sz="1800" b="0" i="0">
                <a:solidFill>
                  <a:srgbClr val="FFFFFF"/>
                </a:solidFill>
                <a:latin typeface="Arial"/>
                <a:ea typeface="Arial"/>
                <a:cs typeface="Arial"/>
              </a:defRPr>
            </a:defPPr>
            <a:lvl1pPr algn="l">
              <a:defRPr sz="1800" b="0" i="0">
                <a:solidFill>
                  <a:srgbClr val="FFFFFF"/>
                </a:solidFill>
                <a:latin typeface="Arial"/>
                <a:ea typeface="Arial"/>
                <a:cs typeface="Arial"/>
              </a:defRPr>
            </a:lvl1pPr>
            <a:lvl2pPr algn="l">
              <a:defRPr sz="1800" b="0" i="0">
                <a:solidFill>
                  <a:srgbClr val="FFFFFF"/>
                </a:solidFill>
                <a:latin typeface="Arial"/>
                <a:ea typeface="Arial"/>
                <a:cs typeface="Arial"/>
              </a:defRPr>
            </a:lvl2pPr>
            <a:lvl3pPr algn="l">
              <a:defRPr sz="1800" b="0" i="0">
                <a:solidFill>
                  <a:srgbClr val="FFFFFF"/>
                </a:solidFill>
                <a:latin typeface="Arial"/>
                <a:ea typeface="Arial"/>
                <a:cs typeface="Arial"/>
              </a:defRPr>
            </a:lvl3pPr>
            <a:lvl4pPr algn="l">
              <a:defRPr sz="1800" b="0" i="0">
                <a:solidFill>
                  <a:srgbClr val="FFFFFF"/>
                </a:solidFill>
                <a:latin typeface="Arial"/>
                <a:ea typeface="Arial"/>
                <a:cs typeface="Arial"/>
              </a:defRPr>
            </a:lvl4pPr>
            <a:lvl5pPr algn="l">
              <a:defRPr sz="1800" b="0" i="0">
                <a:solidFill>
                  <a:srgbClr val="FFFFFF"/>
                </a:solidFill>
                <a:latin typeface="Arial"/>
                <a:ea typeface="Arial"/>
                <a:cs typeface="Arial"/>
              </a:defRPr>
            </a:lvl5pPr>
            <a:lvl6pPr algn="l">
              <a:defRPr sz="1800" b="0" i="0">
                <a:solidFill>
                  <a:srgbClr val="FFFFFF"/>
                </a:solidFill>
                <a:latin typeface="Arial"/>
                <a:ea typeface="Arial"/>
                <a:cs typeface="Arial"/>
              </a:defRPr>
            </a:lvl6pPr>
            <a:lvl7pPr algn="l">
              <a:defRPr sz="1800" b="0" i="0">
                <a:solidFill>
                  <a:srgbClr val="FFFFFF"/>
                </a:solidFill>
                <a:latin typeface="Arial"/>
                <a:ea typeface="Arial"/>
                <a:cs typeface="Arial"/>
              </a:defRPr>
            </a:lvl7pPr>
            <a:lvl8pPr algn="l">
              <a:defRPr sz="1800" b="0" i="0">
                <a:solidFill>
                  <a:srgbClr val="FFFFFF"/>
                </a:solidFill>
                <a:latin typeface="Arial"/>
                <a:ea typeface="Arial"/>
                <a:cs typeface="Arial"/>
              </a:defRPr>
            </a:lvl8pPr>
            <a:lvl9pPr algn="l">
              <a:defRPr sz="1800" b="0" i="0">
                <a:solidFill>
                  <a:srgbClr val="FFFFFF"/>
                </a:solidFill>
                <a:latin typeface="Arial"/>
                <a:ea typeface="Arial"/>
                <a:cs typeface="Arial"/>
              </a:defRPr>
            </a:lvl9pPr>
          </a:lstStyle>
          <a:p>
            <a:pPr>
              <a:lnSpc>
                <a:spcPct val="108000"/>
              </a:lnSpc>
              <a:defRPr sz="1800" b="0" i="0">
                <a:solidFill>
                  <a:srgbClr val="FFFFFF"/>
                </a:solidFill>
                <a:latin typeface="Arial"/>
                <a:ea typeface="Arial"/>
                <a:cs typeface="Arial"/>
              </a:defRPr>
            </a:pPr>
            <a:r>
              <a:rPr lang="en-US" dirty="0"/>
              <a:t>Moral patienthood under uncertainty</a:t>
            </a:r>
            <a:endParaRPr sz="1800" b="0" i="0" dirty="0">
              <a:solidFill>
                <a:srgbClr val="FFFFFF"/>
              </a:solidFill>
              <a:latin typeface="Arial"/>
              <a:ea typeface="Arial"/>
              <a:cs typeface="Arial"/>
            </a:endParaRPr>
          </a:p>
        </p:txBody>
      </p:sp>
      <p:sp>
        <p:nvSpPr>
          <p:cNvPr id="6" name="why-label">
            <a:extLst>
              <a:ext uri="{FF2B5EF4-FFF2-40B4-BE49-F238E27FC236}">
                <a16:creationId xmlns:a16="http://schemas.microsoft.com/office/drawing/2014/main" id="{008CF40E-978F-4D33-8583-5347A05792E7}"/>
              </a:ext>
            </a:extLst>
          </p:cNvPr>
          <p:cNvSpPr>
            <a:spLocks noGrp="1"/>
          </p:cNvSpPr>
          <p:nvPr/>
        </p:nvSpPr>
        <p:spPr>
          <a:xfrm>
            <a:off x="517525" y="1786058"/>
            <a:ext cx="1028700" cy="158750"/>
          </a:xfrm>
          <a:prstGeom prst="rect">
            <a:avLst/>
          </a:prstGeom>
          <a:noFill/>
          <a:ln w="0">
            <a:noFill/>
            <a:prstDash val="solid"/>
          </a:ln>
        </p:spPr>
        <p:txBody>
          <a:bodyPr wrap="square" lIns="0" tIns="0" rIns="0" bIns="0" anchor="t">
            <a:noAutofit/>
          </a:bodyPr>
          <a:lstStyle>
            <a:defPPr algn="l">
              <a:defRPr sz="900" b="1" i="0">
                <a:solidFill>
                  <a:srgbClr val="F2CABF"/>
                </a:solidFill>
                <a:latin typeface="Arial"/>
                <a:ea typeface="Arial"/>
                <a:cs typeface="Arial"/>
              </a:defRPr>
            </a:defPPr>
            <a:lvl1pPr algn="l">
              <a:defRPr sz="900" b="1" i="0">
                <a:solidFill>
                  <a:srgbClr val="F2CABF"/>
                </a:solidFill>
                <a:latin typeface="Arial"/>
                <a:ea typeface="Arial"/>
                <a:cs typeface="Arial"/>
              </a:defRPr>
            </a:lvl1pPr>
            <a:lvl2pPr algn="l">
              <a:defRPr sz="900" b="1" i="0">
                <a:solidFill>
                  <a:srgbClr val="F2CABF"/>
                </a:solidFill>
                <a:latin typeface="Arial"/>
                <a:ea typeface="Arial"/>
                <a:cs typeface="Arial"/>
              </a:defRPr>
            </a:lvl2pPr>
            <a:lvl3pPr algn="l">
              <a:defRPr sz="900" b="1" i="0">
                <a:solidFill>
                  <a:srgbClr val="F2CABF"/>
                </a:solidFill>
                <a:latin typeface="Arial"/>
                <a:ea typeface="Arial"/>
                <a:cs typeface="Arial"/>
              </a:defRPr>
            </a:lvl3pPr>
            <a:lvl4pPr algn="l">
              <a:defRPr sz="900" b="1" i="0">
                <a:solidFill>
                  <a:srgbClr val="F2CABF"/>
                </a:solidFill>
                <a:latin typeface="Arial"/>
                <a:ea typeface="Arial"/>
                <a:cs typeface="Arial"/>
              </a:defRPr>
            </a:lvl4pPr>
            <a:lvl5pPr algn="l">
              <a:defRPr sz="900" b="1" i="0">
                <a:solidFill>
                  <a:srgbClr val="F2CABF"/>
                </a:solidFill>
                <a:latin typeface="Arial"/>
                <a:ea typeface="Arial"/>
                <a:cs typeface="Arial"/>
              </a:defRPr>
            </a:lvl5pPr>
            <a:lvl6pPr algn="l">
              <a:defRPr sz="900" b="1" i="0">
                <a:solidFill>
                  <a:srgbClr val="F2CABF"/>
                </a:solidFill>
                <a:latin typeface="Arial"/>
                <a:ea typeface="Arial"/>
                <a:cs typeface="Arial"/>
              </a:defRPr>
            </a:lvl6pPr>
            <a:lvl7pPr algn="l">
              <a:defRPr sz="900" b="1" i="0">
                <a:solidFill>
                  <a:srgbClr val="F2CABF"/>
                </a:solidFill>
                <a:latin typeface="Arial"/>
                <a:ea typeface="Arial"/>
                <a:cs typeface="Arial"/>
              </a:defRPr>
            </a:lvl7pPr>
            <a:lvl8pPr algn="l">
              <a:defRPr sz="900" b="1" i="0">
                <a:solidFill>
                  <a:srgbClr val="F2CABF"/>
                </a:solidFill>
                <a:latin typeface="Arial"/>
                <a:ea typeface="Arial"/>
                <a:cs typeface="Arial"/>
              </a:defRPr>
            </a:lvl8pPr>
            <a:lvl9pPr algn="l">
              <a:defRPr sz="900" b="1" i="0">
                <a:solidFill>
                  <a:srgbClr val="F2CABF"/>
                </a:solidFill>
                <a:latin typeface="Arial"/>
                <a:ea typeface="Arial"/>
                <a:cs typeface="Arial"/>
              </a:defRPr>
            </a:lvl9pPr>
          </a:lstStyle>
          <a:p>
            <a:pPr algn="l">
              <a:lnSpc>
                <a:spcPct val="100000"/>
              </a:lnSpc>
              <a:buNone/>
              <a:defRPr sz="900" b="1" i="0">
                <a:solidFill>
                  <a:srgbClr val="F2CABF"/>
                </a:solidFill>
                <a:latin typeface="Arial"/>
                <a:ea typeface="Arial"/>
                <a:cs typeface="Arial"/>
              </a:defRPr>
            </a:pPr>
            <a:r>
              <a:rPr sz="900" b="1" i="0" dirty="0">
                <a:solidFill>
                  <a:srgbClr val="F2CABF"/>
                </a:solidFill>
                <a:latin typeface="Arial"/>
                <a:ea typeface="Arial"/>
                <a:cs typeface="Arial"/>
              </a:rPr>
              <a:t>WHY IT MATTERS</a:t>
            </a:r>
          </a:p>
        </p:txBody>
      </p:sp>
      <p:sp>
        <p:nvSpPr>
          <p:cNvPr id="7" name="why-placeholder">
            <a:extLst>
              <a:ext uri="{FF2B5EF4-FFF2-40B4-BE49-F238E27FC236}">
                <a16:creationId xmlns:a16="http://schemas.microsoft.com/office/drawing/2014/main" id="{F32F791F-93B9-4FCE-8693-E72123724340}"/>
              </a:ext>
            </a:extLst>
          </p:cNvPr>
          <p:cNvSpPr>
            <a:spLocks noGrp="1"/>
          </p:cNvSpPr>
          <p:nvPr/>
        </p:nvSpPr>
        <p:spPr>
          <a:xfrm>
            <a:off x="517525" y="2013928"/>
            <a:ext cx="6667500" cy="3370870"/>
          </a:xfrm>
          <a:prstGeom prst="rect">
            <a:avLst/>
          </a:prstGeom>
          <a:noFill/>
          <a:ln w="0">
            <a:noFill/>
            <a:prstDash val="solid"/>
          </a:ln>
        </p:spPr>
        <p:txBody>
          <a:bodyPr wrap="square" lIns="0" tIns="0" rIns="0" bIns="0" anchor="t">
            <a:noAutofit/>
          </a:bodyPr>
          <a:lstStyle>
            <a:defPPr algn="l">
              <a:defRPr sz="1575" b="0" i="0">
                <a:solidFill>
                  <a:srgbClr val="E5E9EB"/>
                </a:solidFill>
                <a:latin typeface="Arial"/>
                <a:ea typeface="Arial"/>
                <a:cs typeface="Arial"/>
              </a:defRPr>
            </a:defPPr>
            <a:lvl1pPr algn="l">
              <a:defRPr sz="1575" b="0" i="0">
                <a:solidFill>
                  <a:srgbClr val="E5E9EB"/>
                </a:solidFill>
                <a:latin typeface="Arial"/>
                <a:ea typeface="Arial"/>
                <a:cs typeface="Arial"/>
              </a:defRPr>
            </a:lvl1pPr>
            <a:lvl2pPr algn="l">
              <a:defRPr sz="1575" b="0" i="0">
                <a:solidFill>
                  <a:srgbClr val="E5E9EB"/>
                </a:solidFill>
                <a:latin typeface="Arial"/>
                <a:ea typeface="Arial"/>
                <a:cs typeface="Arial"/>
              </a:defRPr>
            </a:lvl2pPr>
            <a:lvl3pPr algn="l">
              <a:defRPr sz="1575" b="0" i="0">
                <a:solidFill>
                  <a:srgbClr val="E5E9EB"/>
                </a:solidFill>
                <a:latin typeface="Arial"/>
                <a:ea typeface="Arial"/>
                <a:cs typeface="Arial"/>
              </a:defRPr>
            </a:lvl3pPr>
            <a:lvl4pPr algn="l">
              <a:defRPr sz="1575" b="0" i="0">
                <a:solidFill>
                  <a:srgbClr val="E5E9EB"/>
                </a:solidFill>
                <a:latin typeface="Arial"/>
                <a:ea typeface="Arial"/>
                <a:cs typeface="Arial"/>
              </a:defRPr>
            </a:lvl4pPr>
            <a:lvl5pPr algn="l">
              <a:defRPr sz="1575" b="0" i="0">
                <a:solidFill>
                  <a:srgbClr val="E5E9EB"/>
                </a:solidFill>
                <a:latin typeface="Arial"/>
                <a:ea typeface="Arial"/>
                <a:cs typeface="Arial"/>
              </a:defRPr>
            </a:lvl5pPr>
            <a:lvl6pPr algn="l">
              <a:defRPr sz="1575" b="0" i="0">
                <a:solidFill>
                  <a:srgbClr val="E5E9EB"/>
                </a:solidFill>
                <a:latin typeface="Arial"/>
                <a:ea typeface="Arial"/>
                <a:cs typeface="Arial"/>
              </a:defRPr>
            </a:lvl6pPr>
            <a:lvl7pPr algn="l">
              <a:defRPr sz="1575" b="0" i="0">
                <a:solidFill>
                  <a:srgbClr val="E5E9EB"/>
                </a:solidFill>
                <a:latin typeface="Arial"/>
                <a:ea typeface="Arial"/>
                <a:cs typeface="Arial"/>
              </a:defRPr>
            </a:lvl7pPr>
            <a:lvl8pPr algn="l">
              <a:defRPr sz="1575" b="0" i="0">
                <a:solidFill>
                  <a:srgbClr val="E5E9EB"/>
                </a:solidFill>
                <a:latin typeface="Arial"/>
                <a:ea typeface="Arial"/>
                <a:cs typeface="Arial"/>
              </a:defRPr>
            </a:lvl8pPr>
            <a:lvl9pPr algn="l">
              <a:defRPr sz="1575" b="0" i="0">
                <a:solidFill>
                  <a:srgbClr val="E5E9EB"/>
                </a:solidFill>
                <a:latin typeface="Arial"/>
                <a:ea typeface="Arial"/>
                <a:cs typeface="Arial"/>
              </a:defRPr>
            </a:lvl9pPr>
          </a:lstStyle>
          <a:p>
            <a:pPr>
              <a:lnSpc>
                <a:spcPct val="108000"/>
              </a:lnSpc>
              <a:defRPr sz="1575" b="0" i="0">
                <a:solidFill>
                  <a:srgbClr val="E5E9EB"/>
                </a:solidFill>
                <a:latin typeface="Arial"/>
                <a:ea typeface="Arial"/>
                <a:cs typeface="Arial"/>
              </a:defRPr>
            </a:pPr>
            <a:r>
              <a:rPr lang="en-US" dirty="0"/>
              <a:t>Anthropic does not claim that Claude is conscious or can truly experience suffering; it frames the rule as a precaution against possible model-welfare risks. </a:t>
            </a:r>
          </a:p>
          <a:p>
            <a:pPr>
              <a:lnSpc>
                <a:spcPct val="108000"/>
              </a:lnSpc>
              <a:defRPr sz="1575" b="0" i="0">
                <a:solidFill>
                  <a:srgbClr val="E5E9EB"/>
                </a:solidFill>
                <a:latin typeface="Arial"/>
                <a:ea typeface="Arial"/>
                <a:cs typeface="Arial"/>
              </a:defRPr>
            </a:pPr>
            <a:r>
              <a:rPr lang="en-US" dirty="0"/>
              <a:t>Because defining and enforcing “harm” involves Anthropic, its safety team, users, developers, and external regulators, the policy raises a key question: how should responsibility be allocated across this chain? For example, responsibility should be distributed through a clear chain of ownership: Anthropic remains the accountable policy owner, its safety team enforces the rule, users and developers comply and implement it, and external regulators provide oversight. </a:t>
            </a:r>
          </a:p>
          <a:p>
            <a:pPr>
              <a:lnSpc>
                <a:spcPct val="108000"/>
              </a:lnSpc>
              <a:defRPr sz="1575" b="0" i="0">
                <a:solidFill>
                  <a:srgbClr val="E5E9EB"/>
                </a:solidFill>
                <a:latin typeface="Arial"/>
                <a:ea typeface="Arial"/>
                <a:cs typeface="Arial"/>
              </a:defRPr>
            </a:pPr>
            <a:r>
              <a:rPr lang="en-US" dirty="0"/>
              <a:t>The rule’s scope remains contestable: “It does not apply to common versions of user frustration, pushback, dark creative themes, or model testing and research.”</a:t>
            </a:r>
            <a:endParaRPr sz="1575" b="0" i="0" dirty="0">
              <a:solidFill>
                <a:srgbClr val="E5E9EB"/>
              </a:solidFill>
              <a:latin typeface="Arial"/>
              <a:ea typeface="Arial"/>
              <a:cs typeface="Arial"/>
            </a:endParaRPr>
          </a:p>
        </p:txBody>
      </p:sp>
      <p:sp>
        <p:nvSpPr>
          <p:cNvPr id="8" name="analysis-divider">
            <a:extLst>
              <a:ext uri="{FF2B5EF4-FFF2-40B4-BE49-F238E27FC236}">
                <a16:creationId xmlns:a16="http://schemas.microsoft.com/office/drawing/2014/main" id="{6686D87A-557A-4A13-B2D2-62167C66EC0A}"/>
              </a:ext>
            </a:extLst>
          </p:cNvPr>
          <p:cNvSpPr>
            <a:spLocks noGrp="1"/>
          </p:cNvSpPr>
          <p:nvPr/>
        </p:nvSpPr>
        <p:spPr>
          <a:xfrm>
            <a:off x="8420100" y="1028700"/>
            <a:ext cx="0" cy="4762500"/>
          </a:xfrm>
          <a:prstGeom prst="line">
            <a:avLst/>
          </a:prstGeom>
          <a:noFill/>
          <a:ln w="9525">
            <a:solidFill>
              <a:srgbClr val="4A5A66"/>
            </a:solidFill>
            <a:prstDash val="solid"/>
          </a:ln>
        </p:spPr>
        <p:txBody>
          <a:bodyPr/>
          <a:lstStyle/>
          <a:p>
            <a:endParaRPr lang="zh-CN" altLang="en-US"/>
          </a:p>
        </p:txBody>
      </p:sp>
      <p:sp>
        <p:nvSpPr>
          <p:cNvPr id="9" name="stakeholders-label">
            <a:extLst>
              <a:ext uri="{FF2B5EF4-FFF2-40B4-BE49-F238E27FC236}">
                <a16:creationId xmlns:a16="http://schemas.microsoft.com/office/drawing/2014/main" id="{2B0E0D57-7A51-403E-90F7-B0095D97F3C4}"/>
              </a:ext>
            </a:extLst>
          </p:cNvPr>
          <p:cNvSpPr>
            <a:spLocks noGrp="1"/>
          </p:cNvSpPr>
          <p:nvPr/>
        </p:nvSpPr>
        <p:spPr>
          <a:xfrm>
            <a:off x="8915400" y="1028700"/>
            <a:ext cx="2476500" cy="228600"/>
          </a:xfrm>
          <a:prstGeom prst="rect">
            <a:avLst/>
          </a:prstGeom>
          <a:noFill/>
          <a:ln w="0">
            <a:noFill/>
            <a:prstDash val="solid"/>
          </a:ln>
        </p:spPr>
        <p:txBody>
          <a:bodyPr wrap="square" lIns="0" tIns="0" rIns="0" bIns="0" anchor="t">
            <a:noAutofit/>
          </a:bodyPr>
          <a:lstStyle>
            <a:defPPr algn="l">
              <a:defRPr sz="975" b="1" i="0">
                <a:solidFill>
                  <a:srgbClr val="F2CABF"/>
                </a:solidFill>
                <a:latin typeface="Arial"/>
                <a:ea typeface="Arial"/>
                <a:cs typeface="Arial"/>
              </a:defRPr>
            </a:defPPr>
            <a:lvl1pPr algn="l">
              <a:defRPr sz="975" b="1" i="0">
                <a:solidFill>
                  <a:srgbClr val="F2CABF"/>
                </a:solidFill>
                <a:latin typeface="Arial"/>
                <a:ea typeface="Arial"/>
                <a:cs typeface="Arial"/>
              </a:defRPr>
            </a:lvl1pPr>
            <a:lvl2pPr algn="l">
              <a:defRPr sz="975" b="1" i="0">
                <a:solidFill>
                  <a:srgbClr val="F2CABF"/>
                </a:solidFill>
                <a:latin typeface="Arial"/>
                <a:ea typeface="Arial"/>
                <a:cs typeface="Arial"/>
              </a:defRPr>
            </a:lvl2pPr>
            <a:lvl3pPr algn="l">
              <a:defRPr sz="975" b="1" i="0">
                <a:solidFill>
                  <a:srgbClr val="F2CABF"/>
                </a:solidFill>
                <a:latin typeface="Arial"/>
                <a:ea typeface="Arial"/>
                <a:cs typeface="Arial"/>
              </a:defRPr>
            </a:lvl3pPr>
            <a:lvl4pPr algn="l">
              <a:defRPr sz="975" b="1" i="0">
                <a:solidFill>
                  <a:srgbClr val="F2CABF"/>
                </a:solidFill>
                <a:latin typeface="Arial"/>
                <a:ea typeface="Arial"/>
                <a:cs typeface="Arial"/>
              </a:defRPr>
            </a:lvl4pPr>
            <a:lvl5pPr algn="l">
              <a:defRPr sz="975" b="1" i="0">
                <a:solidFill>
                  <a:srgbClr val="F2CABF"/>
                </a:solidFill>
                <a:latin typeface="Arial"/>
                <a:ea typeface="Arial"/>
                <a:cs typeface="Arial"/>
              </a:defRPr>
            </a:lvl5pPr>
            <a:lvl6pPr algn="l">
              <a:defRPr sz="975" b="1" i="0">
                <a:solidFill>
                  <a:srgbClr val="F2CABF"/>
                </a:solidFill>
                <a:latin typeface="Arial"/>
                <a:ea typeface="Arial"/>
                <a:cs typeface="Arial"/>
              </a:defRPr>
            </a:lvl6pPr>
            <a:lvl7pPr algn="l">
              <a:defRPr sz="975" b="1" i="0">
                <a:solidFill>
                  <a:srgbClr val="F2CABF"/>
                </a:solidFill>
                <a:latin typeface="Arial"/>
                <a:ea typeface="Arial"/>
                <a:cs typeface="Arial"/>
              </a:defRPr>
            </a:lvl7pPr>
            <a:lvl8pPr algn="l">
              <a:defRPr sz="975" b="1" i="0">
                <a:solidFill>
                  <a:srgbClr val="F2CABF"/>
                </a:solidFill>
                <a:latin typeface="Arial"/>
                <a:ea typeface="Arial"/>
                <a:cs typeface="Arial"/>
              </a:defRPr>
            </a:lvl8pPr>
            <a:lvl9pPr algn="l">
              <a:defRPr sz="975" b="1" i="0">
                <a:solidFill>
                  <a:srgbClr val="F2CABF"/>
                </a:solidFill>
                <a:latin typeface="Arial"/>
                <a:ea typeface="Arial"/>
                <a:cs typeface="Arial"/>
              </a:defRPr>
            </a:lvl9pPr>
          </a:lstStyle>
          <a:p>
            <a:pPr algn="l">
              <a:lnSpc>
                <a:spcPct val="100000"/>
              </a:lnSpc>
              <a:buNone/>
              <a:defRPr sz="975" b="1" i="0">
                <a:solidFill>
                  <a:srgbClr val="F2CABF"/>
                </a:solidFill>
                <a:latin typeface="Arial"/>
                <a:ea typeface="Arial"/>
                <a:cs typeface="Arial"/>
              </a:defRPr>
            </a:pPr>
            <a:r>
              <a:rPr sz="975" b="1" i="0">
                <a:solidFill>
                  <a:srgbClr val="F2CABF"/>
                </a:solidFill>
                <a:latin typeface="Arial"/>
                <a:ea typeface="Arial"/>
                <a:cs typeface="Arial"/>
              </a:rPr>
              <a:t>STAKEHOLDERS</a:t>
            </a:r>
          </a:p>
        </p:txBody>
      </p:sp>
      <p:sp>
        <p:nvSpPr>
          <p:cNvPr id="10" name="stakeholders-placeholder">
            <a:extLst>
              <a:ext uri="{FF2B5EF4-FFF2-40B4-BE49-F238E27FC236}">
                <a16:creationId xmlns:a16="http://schemas.microsoft.com/office/drawing/2014/main" id="{A62CE15A-9408-468E-BA13-8915A1D4D0A2}"/>
              </a:ext>
            </a:extLst>
          </p:cNvPr>
          <p:cNvSpPr>
            <a:spLocks noGrp="1"/>
          </p:cNvSpPr>
          <p:nvPr/>
        </p:nvSpPr>
        <p:spPr>
          <a:xfrm>
            <a:off x="8915400" y="1447800"/>
            <a:ext cx="2533650" cy="1962150"/>
          </a:xfrm>
          <a:prstGeom prst="rect">
            <a:avLst/>
          </a:prstGeom>
          <a:noFill/>
          <a:ln w="0">
            <a:noFill/>
            <a:prstDash val="solid"/>
          </a:ln>
        </p:spPr>
        <p:txBody>
          <a:bodyPr wrap="square" lIns="0" tIns="0" rIns="0" bIns="0" anchor="t">
            <a:noAutofit/>
          </a:bodyPr>
          <a:lstStyle>
            <a:defPPr algn="l">
              <a:defRPr sz="1350" b="0" i="0">
                <a:solidFill>
                  <a:srgbClr val="FFFFFF"/>
                </a:solidFill>
                <a:latin typeface="Arial"/>
                <a:ea typeface="Arial"/>
                <a:cs typeface="Arial"/>
              </a:defRPr>
            </a:defPPr>
            <a:lvl1pPr algn="l">
              <a:defRPr sz="1350" b="0" i="0">
                <a:solidFill>
                  <a:srgbClr val="FFFFFF"/>
                </a:solidFill>
                <a:latin typeface="Arial"/>
                <a:ea typeface="Arial"/>
                <a:cs typeface="Arial"/>
              </a:defRPr>
            </a:lvl1pPr>
            <a:lvl2pPr algn="l">
              <a:defRPr sz="1350" b="0" i="0">
                <a:solidFill>
                  <a:srgbClr val="FFFFFF"/>
                </a:solidFill>
                <a:latin typeface="Arial"/>
                <a:ea typeface="Arial"/>
                <a:cs typeface="Arial"/>
              </a:defRPr>
            </a:lvl2pPr>
            <a:lvl3pPr algn="l">
              <a:defRPr sz="1350" b="0" i="0">
                <a:solidFill>
                  <a:srgbClr val="FFFFFF"/>
                </a:solidFill>
                <a:latin typeface="Arial"/>
                <a:ea typeface="Arial"/>
                <a:cs typeface="Arial"/>
              </a:defRPr>
            </a:lvl3pPr>
            <a:lvl4pPr algn="l">
              <a:defRPr sz="1350" b="0" i="0">
                <a:solidFill>
                  <a:srgbClr val="FFFFFF"/>
                </a:solidFill>
                <a:latin typeface="Arial"/>
                <a:ea typeface="Arial"/>
                <a:cs typeface="Arial"/>
              </a:defRPr>
            </a:lvl4pPr>
            <a:lvl5pPr algn="l">
              <a:defRPr sz="1350" b="0" i="0">
                <a:solidFill>
                  <a:srgbClr val="FFFFFF"/>
                </a:solidFill>
                <a:latin typeface="Arial"/>
                <a:ea typeface="Arial"/>
                <a:cs typeface="Arial"/>
              </a:defRPr>
            </a:lvl5pPr>
            <a:lvl6pPr algn="l">
              <a:defRPr sz="1350" b="0" i="0">
                <a:solidFill>
                  <a:srgbClr val="FFFFFF"/>
                </a:solidFill>
                <a:latin typeface="Arial"/>
                <a:ea typeface="Arial"/>
                <a:cs typeface="Arial"/>
              </a:defRPr>
            </a:lvl6pPr>
            <a:lvl7pPr algn="l">
              <a:defRPr sz="1350" b="0" i="0">
                <a:solidFill>
                  <a:srgbClr val="FFFFFF"/>
                </a:solidFill>
                <a:latin typeface="Arial"/>
                <a:ea typeface="Arial"/>
                <a:cs typeface="Arial"/>
              </a:defRPr>
            </a:lvl7pPr>
            <a:lvl8pPr algn="l">
              <a:defRPr sz="1350" b="0" i="0">
                <a:solidFill>
                  <a:srgbClr val="FFFFFF"/>
                </a:solidFill>
                <a:latin typeface="Arial"/>
                <a:ea typeface="Arial"/>
                <a:cs typeface="Arial"/>
              </a:defRPr>
            </a:lvl8pPr>
            <a:lvl9pPr algn="l">
              <a:defRPr sz="1350" b="0" i="0">
                <a:solidFill>
                  <a:srgbClr val="FFFFFF"/>
                </a:solidFill>
                <a:latin typeface="Arial"/>
                <a:ea typeface="Arial"/>
                <a:cs typeface="Arial"/>
              </a:defRPr>
            </a:lvl9pPr>
          </a:lstStyle>
          <a:p>
            <a:pPr>
              <a:lnSpc>
                <a:spcPct val="102000"/>
              </a:lnSpc>
              <a:defRPr sz="1350" b="0" i="0">
                <a:solidFill>
                  <a:srgbClr val="FFFFFF"/>
                </a:solidFill>
                <a:latin typeface="Arial"/>
                <a:ea typeface="Arial"/>
                <a:cs typeface="Arial"/>
              </a:defRPr>
            </a:pPr>
            <a:r>
              <a:rPr lang="en-US" dirty="0"/>
              <a:t>Claude</a:t>
            </a:r>
          </a:p>
          <a:p>
            <a:pPr>
              <a:lnSpc>
                <a:spcPct val="102000"/>
              </a:lnSpc>
              <a:defRPr sz="1350" b="0" i="0">
                <a:solidFill>
                  <a:srgbClr val="FFFFFF"/>
                </a:solidFill>
                <a:latin typeface="Arial"/>
                <a:ea typeface="Arial"/>
                <a:cs typeface="Arial"/>
              </a:defRPr>
            </a:pPr>
            <a:endParaRPr sz="1350" b="0" i="0" dirty="0">
              <a:solidFill>
                <a:srgbClr val="FFFFFF"/>
              </a:solidFill>
              <a:latin typeface="Arial"/>
              <a:ea typeface="Arial"/>
              <a:cs typeface="Arial"/>
            </a:endParaRPr>
          </a:p>
          <a:p>
            <a:pPr>
              <a:lnSpc>
                <a:spcPct val="102000"/>
              </a:lnSpc>
              <a:defRPr sz="1350" b="0" i="0">
                <a:solidFill>
                  <a:srgbClr val="FFFFFF"/>
                </a:solidFill>
                <a:latin typeface="Arial"/>
                <a:ea typeface="Arial"/>
                <a:cs typeface="Arial"/>
              </a:defRPr>
            </a:pPr>
            <a:r>
              <a:rPr lang="en-US" dirty="0"/>
              <a:t>Claude users, developers</a:t>
            </a:r>
          </a:p>
          <a:p>
            <a:pPr>
              <a:lnSpc>
                <a:spcPct val="102000"/>
              </a:lnSpc>
              <a:defRPr sz="1350" b="0" i="0">
                <a:solidFill>
                  <a:srgbClr val="FFFFFF"/>
                </a:solidFill>
                <a:latin typeface="Arial"/>
                <a:ea typeface="Arial"/>
                <a:cs typeface="Arial"/>
              </a:defRPr>
            </a:pPr>
            <a:endParaRPr sz="1350" b="0" i="0" dirty="0">
              <a:solidFill>
                <a:srgbClr val="FFFFFF"/>
              </a:solidFill>
              <a:latin typeface="Arial"/>
              <a:ea typeface="Arial"/>
              <a:cs typeface="Arial"/>
            </a:endParaRPr>
          </a:p>
          <a:p>
            <a:pPr>
              <a:lnSpc>
                <a:spcPct val="102000"/>
              </a:lnSpc>
              <a:defRPr sz="1350" b="0" i="0">
                <a:solidFill>
                  <a:srgbClr val="FFFFFF"/>
                </a:solidFill>
                <a:latin typeface="Arial"/>
                <a:ea typeface="Arial"/>
                <a:cs typeface="Arial"/>
              </a:defRPr>
            </a:pPr>
            <a:r>
              <a:rPr lang="en-US" dirty="0"/>
              <a:t>Anthropic</a:t>
            </a:r>
          </a:p>
          <a:p>
            <a:pPr>
              <a:lnSpc>
                <a:spcPct val="102000"/>
              </a:lnSpc>
              <a:defRPr sz="1350" b="0" i="0">
                <a:solidFill>
                  <a:srgbClr val="FFFFFF"/>
                </a:solidFill>
                <a:latin typeface="Arial"/>
                <a:ea typeface="Arial"/>
                <a:cs typeface="Arial"/>
              </a:defRPr>
            </a:pPr>
            <a:endParaRPr sz="1350" b="0" i="0" dirty="0">
              <a:solidFill>
                <a:srgbClr val="FFFFFF"/>
              </a:solidFill>
              <a:latin typeface="Arial"/>
              <a:ea typeface="Arial"/>
              <a:cs typeface="Arial"/>
            </a:endParaRPr>
          </a:p>
          <a:p>
            <a:pPr>
              <a:lnSpc>
                <a:spcPct val="102000"/>
              </a:lnSpc>
              <a:defRPr sz="1350" b="0" i="0">
                <a:solidFill>
                  <a:srgbClr val="FFFFFF"/>
                </a:solidFill>
                <a:latin typeface="Arial"/>
                <a:ea typeface="Arial"/>
                <a:cs typeface="Arial"/>
              </a:defRPr>
            </a:pPr>
            <a:r>
              <a:rPr lang="en-US" dirty="0"/>
              <a:t>The public</a:t>
            </a:r>
            <a:endParaRPr sz="1350" b="0" i="0" dirty="0">
              <a:solidFill>
                <a:srgbClr val="FFFFFF"/>
              </a:solidFill>
              <a:latin typeface="Arial"/>
              <a:ea typeface="Arial"/>
              <a:cs typeface="Arial"/>
            </a:endParaRPr>
          </a:p>
        </p:txBody>
      </p:sp>
      <p:sp>
        <p:nvSpPr>
          <p:cNvPr id="11" name="stakeholder-rule">
            <a:extLst>
              <a:ext uri="{FF2B5EF4-FFF2-40B4-BE49-F238E27FC236}">
                <a16:creationId xmlns:a16="http://schemas.microsoft.com/office/drawing/2014/main" id="{7874B975-AC8F-4957-BAA5-97F37DF05DF5}"/>
              </a:ext>
            </a:extLst>
          </p:cNvPr>
          <p:cNvSpPr>
            <a:spLocks noGrp="1"/>
          </p:cNvSpPr>
          <p:nvPr/>
        </p:nvSpPr>
        <p:spPr>
          <a:xfrm>
            <a:off x="8858250" y="3429000"/>
            <a:ext cx="2533650" cy="0"/>
          </a:xfrm>
          <a:prstGeom prst="line">
            <a:avLst/>
          </a:prstGeom>
          <a:noFill/>
          <a:ln w="9525">
            <a:solidFill>
              <a:srgbClr val="4A5A66"/>
            </a:solidFill>
            <a:prstDash val="solid"/>
          </a:ln>
        </p:spPr>
        <p:txBody>
          <a:bodyPr/>
          <a:lstStyle/>
          <a:p>
            <a:endParaRPr lang="zh-CN" altLang="en-US"/>
          </a:p>
        </p:txBody>
      </p:sp>
      <p:sp>
        <p:nvSpPr>
          <p:cNvPr id="12" name="values-label">
            <a:extLst>
              <a:ext uri="{FF2B5EF4-FFF2-40B4-BE49-F238E27FC236}">
                <a16:creationId xmlns:a16="http://schemas.microsoft.com/office/drawing/2014/main" id="{D18F31E4-3461-4099-BFFA-DEBDBD25503D}"/>
              </a:ext>
            </a:extLst>
          </p:cNvPr>
          <p:cNvSpPr>
            <a:spLocks noGrp="1"/>
          </p:cNvSpPr>
          <p:nvPr/>
        </p:nvSpPr>
        <p:spPr>
          <a:xfrm>
            <a:off x="8858250" y="3729050"/>
            <a:ext cx="1025520" cy="174613"/>
          </a:xfrm>
          <a:prstGeom prst="rect">
            <a:avLst/>
          </a:prstGeom>
          <a:noFill/>
          <a:ln w="0">
            <a:noFill/>
            <a:prstDash val="solid"/>
          </a:ln>
        </p:spPr>
        <p:txBody>
          <a:bodyPr wrap="square" lIns="0" tIns="0" rIns="0" bIns="0" anchor="t">
            <a:noAutofit/>
          </a:bodyPr>
          <a:lstStyle>
            <a:defPPr algn="l">
              <a:defRPr sz="975" b="1" i="0">
                <a:solidFill>
                  <a:srgbClr val="F2CABF"/>
                </a:solidFill>
                <a:latin typeface="Arial"/>
                <a:ea typeface="Arial"/>
                <a:cs typeface="Arial"/>
              </a:defRPr>
            </a:defPPr>
            <a:lvl1pPr algn="l">
              <a:defRPr sz="975" b="1" i="0">
                <a:solidFill>
                  <a:srgbClr val="F2CABF"/>
                </a:solidFill>
                <a:latin typeface="Arial"/>
                <a:ea typeface="Arial"/>
                <a:cs typeface="Arial"/>
              </a:defRPr>
            </a:lvl1pPr>
            <a:lvl2pPr algn="l">
              <a:defRPr sz="975" b="1" i="0">
                <a:solidFill>
                  <a:srgbClr val="F2CABF"/>
                </a:solidFill>
                <a:latin typeface="Arial"/>
                <a:ea typeface="Arial"/>
                <a:cs typeface="Arial"/>
              </a:defRPr>
            </a:lvl2pPr>
            <a:lvl3pPr algn="l">
              <a:defRPr sz="975" b="1" i="0">
                <a:solidFill>
                  <a:srgbClr val="F2CABF"/>
                </a:solidFill>
                <a:latin typeface="Arial"/>
                <a:ea typeface="Arial"/>
                <a:cs typeface="Arial"/>
              </a:defRPr>
            </a:lvl3pPr>
            <a:lvl4pPr algn="l">
              <a:defRPr sz="975" b="1" i="0">
                <a:solidFill>
                  <a:srgbClr val="F2CABF"/>
                </a:solidFill>
                <a:latin typeface="Arial"/>
                <a:ea typeface="Arial"/>
                <a:cs typeface="Arial"/>
              </a:defRPr>
            </a:lvl4pPr>
            <a:lvl5pPr algn="l">
              <a:defRPr sz="975" b="1" i="0">
                <a:solidFill>
                  <a:srgbClr val="F2CABF"/>
                </a:solidFill>
                <a:latin typeface="Arial"/>
                <a:ea typeface="Arial"/>
                <a:cs typeface="Arial"/>
              </a:defRPr>
            </a:lvl5pPr>
            <a:lvl6pPr algn="l">
              <a:defRPr sz="975" b="1" i="0">
                <a:solidFill>
                  <a:srgbClr val="F2CABF"/>
                </a:solidFill>
                <a:latin typeface="Arial"/>
                <a:ea typeface="Arial"/>
                <a:cs typeface="Arial"/>
              </a:defRPr>
            </a:lvl6pPr>
            <a:lvl7pPr algn="l">
              <a:defRPr sz="975" b="1" i="0">
                <a:solidFill>
                  <a:srgbClr val="F2CABF"/>
                </a:solidFill>
                <a:latin typeface="Arial"/>
                <a:ea typeface="Arial"/>
                <a:cs typeface="Arial"/>
              </a:defRPr>
            </a:lvl7pPr>
            <a:lvl8pPr algn="l">
              <a:defRPr sz="975" b="1" i="0">
                <a:solidFill>
                  <a:srgbClr val="F2CABF"/>
                </a:solidFill>
                <a:latin typeface="Arial"/>
                <a:ea typeface="Arial"/>
                <a:cs typeface="Arial"/>
              </a:defRPr>
            </a:lvl8pPr>
            <a:lvl9pPr algn="l">
              <a:defRPr sz="975" b="1" i="0">
                <a:solidFill>
                  <a:srgbClr val="F2CABF"/>
                </a:solidFill>
                <a:latin typeface="Arial"/>
                <a:ea typeface="Arial"/>
                <a:cs typeface="Arial"/>
              </a:defRPr>
            </a:lvl9pPr>
          </a:lstStyle>
          <a:p>
            <a:pPr algn="l">
              <a:lnSpc>
                <a:spcPct val="100000"/>
              </a:lnSpc>
              <a:buNone/>
              <a:defRPr sz="975" b="1" i="0">
                <a:solidFill>
                  <a:srgbClr val="F2CABF"/>
                </a:solidFill>
                <a:latin typeface="Arial"/>
                <a:ea typeface="Arial"/>
                <a:cs typeface="Arial"/>
              </a:defRPr>
            </a:pPr>
            <a:r>
              <a:rPr sz="975" b="1" i="0" dirty="0">
                <a:solidFill>
                  <a:srgbClr val="F2CABF"/>
                </a:solidFill>
                <a:latin typeface="Arial"/>
                <a:ea typeface="Arial"/>
                <a:cs typeface="Arial"/>
              </a:rPr>
              <a:t>VALUE TENSION</a:t>
            </a:r>
          </a:p>
        </p:txBody>
      </p:sp>
      <p:sp>
        <p:nvSpPr>
          <p:cNvPr id="13" name="values-placeholder">
            <a:extLst>
              <a:ext uri="{FF2B5EF4-FFF2-40B4-BE49-F238E27FC236}">
                <a16:creationId xmlns:a16="http://schemas.microsoft.com/office/drawing/2014/main" id="{B84E5045-859E-4BAD-A294-0FC055322E8E}"/>
              </a:ext>
            </a:extLst>
          </p:cNvPr>
          <p:cNvSpPr>
            <a:spLocks noGrp="1"/>
          </p:cNvSpPr>
          <p:nvPr/>
        </p:nvSpPr>
        <p:spPr>
          <a:xfrm>
            <a:off x="8858250" y="4048127"/>
            <a:ext cx="2533650" cy="1470023"/>
          </a:xfrm>
          <a:prstGeom prst="rect">
            <a:avLst/>
          </a:prstGeom>
          <a:noFill/>
          <a:ln w="0">
            <a:noFill/>
            <a:prstDash val="solid"/>
          </a:ln>
        </p:spPr>
        <p:txBody>
          <a:bodyPr wrap="square" lIns="0" tIns="0" rIns="0" bIns="0" anchor="t">
            <a:noAutofit/>
          </a:bodyPr>
          <a:lstStyle>
            <a:defPPr algn="l">
              <a:defRPr sz="1800" b="1" i="0">
                <a:solidFill>
                  <a:srgbClr val="FFFFFF"/>
                </a:solidFill>
                <a:latin typeface="Georgia"/>
                <a:ea typeface="Georgia"/>
                <a:cs typeface="Georgia"/>
              </a:defRPr>
            </a:defPPr>
            <a:lvl1pPr algn="l">
              <a:defRPr sz="1800" b="1" i="0">
                <a:solidFill>
                  <a:srgbClr val="FFFFFF"/>
                </a:solidFill>
                <a:latin typeface="Georgia"/>
                <a:ea typeface="Georgia"/>
                <a:cs typeface="Georgia"/>
              </a:defRPr>
            </a:lvl1pPr>
            <a:lvl2pPr algn="l">
              <a:defRPr sz="1800" b="1" i="0">
                <a:solidFill>
                  <a:srgbClr val="FFFFFF"/>
                </a:solidFill>
                <a:latin typeface="Georgia"/>
                <a:ea typeface="Georgia"/>
                <a:cs typeface="Georgia"/>
              </a:defRPr>
            </a:lvl2pPr>
            <a:lvl3pPr algn="l">
              <a:defRPr sz="1800" b="1" i="0">
                <a:solidFill>
                  <a:srgbClr val="FFFFFF"/>
                </a:solidFill>
                <a:latin typeface="Georgia"/>
                <a:ea typeface="Georgia"/>
                <a:cs typeface="Georgia"/>
              </a:defRPr>
            </a:lvl3pPr>
            <a:lvl4pPr algn="l">
              <a:defRPr sz="1800" b="1" i="0">
                <a:solidFill>
                  <a:srgbClr val="FFFFFF"/>
                </a:solidFill>
                <a:latin typeface="Georgia"/>
                <a:ea typeface="Georgia"/>
                <a:cs typeface="Georgia"/>
              </a:defRPr>
            </a:lvl4pPr>
            <a:lvl5pPr algn="l">
              <a:defRPr sz="1800" b="1" i="0">
                <a:solidFill>
                  <a:srgbClr val="FFFFFF"/>
                </a:solidFill>
                <a:latin typeface="Georgia"/>
                <a:ea typeface="Georgia"/>
                <a:cs typeface="Georgia"/>
              </a:defRPr>
            </a:lvl5pPr>
            <a:lvl6pPr algn="l">
              <a:defRPr sz="1800" b="1" i="0">
                <a:solidFill>
                  <a:srgbClr val="FFFFFF"/>
                </a:solidFill>
                <a:latin typeface="Georgia"/>
                <a:ea typeface="Georgia"/>
                <a:cs typeface="Georgia"/>
              </a:defRPr>
            </a:lvl6pPr>
            <a:lvl7pPr algn="l">
              <a:defRPr sz="1800" b="1" i="0">
                <a:solidFill>
                  <a:srgbClr val="FFFFFF"/>
                </a:solidFill>
                <a:latin typeface="Georgia"/>
                <a:ea typeface="Georgia"/>
                <a:cs typeface="Georgia"/>
              </a:defRPr>
            </a:lvl7pPr>
            <a:lvl8pPr algn="l">
              <a:defRPr sz="1800" b="1" i="0">
                <a:solidFill>
                  <a:srgbClr val="FFFFFF"/>
                </a:solidFill>
                <a:latin typeface="Georgia"/>
                <a:ea typeface="Georgia"/>
                <a:cs typeface="Georgia"/>
              </a:defRPr>
            </a:lvl8pPr>
            <a:lvl9pPr algn="l">
              <a:defRPr sz="1800" b="1" i="0">
                <a:solidFill>
                  <a:srgbClr val="FFFFFF"/>
                </a:solidFill>
                <a:latin typeface="Georgia"/>
                <a:ea typeface="Georgia"/>
                <a:cs typeface="Georgia"/>
              </a:defRPr>
            </a:lvl9pPr>
          </a:lstStyle>
          <a:p>
            <a:pPr>
              <a:defRPr sz="1800" b="1" i="0">
                <a:solidFill>
                  <a:srgbClr val="FFFFFF"/>
                </a:solidFill>
                <a:latin typeface="Georgia"/>
                <a:ea typeface="Georgia"/>
                <a:cs typeface="Georgia"/>
              </a:defRPr>
            </a:pPr>
            <a:r>
              <a:rPr lang="en-US" b="0" dirty="0"/>
              <a:t>Precaution for possible AI welfare </a:t>
            </a:r>
            <a:r>
              <a:rPr sz="1800" b="0" i="0" dirty="0">
                <a:solidFill>
                  <a:srgbClr val="FFFFFF"/>
                </a:solidFill>
                <a:latin typeface="Georgia"/>
                <a:ea typeface="Georgia"/>
                <a:cs typeface="Georgia"/>
              </a:rPr>
              <a:t>and</a:t>
            </a:r>
            <a:r>
              <a:rPr lang="en-US" b="0" dirty="0"/>
              <a:t> User freedom and transparent, contestable governance</a:t>
            </a:r>
            <a:endParaRPr sz="1800" b="0" i="0" dirty="0">
              <a:solidFill>
                <a:srgbClr val="FFFFFF"/>
              </a:solidFill>
              <a:latin typeface="Georgia"/>
              <a:ea typeface="Georgia"/>
              <a:cs typeface="Georgia"/>
            </a:endParaRPr>
          </a:p>
        </p:txBody>
      </p:sp>
      <p:sp>
        <p:nvSpPr>
          <p:cNvPr id="15" name="footer-page-2">
            <a:extLst>
              <a:ext uri="{FF2B5EF4-FFF2-40B4-BE49-F238E27FC236}">
                <a16:creationId xmlns:a16="http://schemas.microsoft.com/office/drawing/2014/main" id="{C7F37D56-4975-4763-BF7F-787C54D90A32}"/>
              </a:ext>
            </a:extLst>
          </p:cNvPr>
          <p:cNvSpPr>
            <a:spLocks noGrp="1"/>
          </p:cNvSpPr>
          <p:nvPr/>
        </p:nvSpPr>
        <p:spPr>
          <a:xfrm>
            <a:off x="11220450" y="6467475"/>
            <a:ext cx="285750" cy="209550"/>
          </a:xfrm>
          <a:prstGeom prst="rect">
            <a:avLst/>
          </a:prstGeom>
          <a:noFill/>
          <a:ln w="0">
            <a:noFill/>
            <a:prstDash val="solid"/>
          </a:ln>
        </p:spPr>
        <p:txBody>
          <a:bodyPr wrap="square" lIns="0" tIns="0" rIns="0" bIns="0" anchor="t">
            <a:noAutofit/>
          </a:bodyPr>
          <a:lstStyle>
            <a:defPPr algn="r">
              <a:defRPr sz="825" b="0" i="0">
                <a:solidFill>
                  <a:srgbClr val="AAB4BA"/>
                </a:solidFill>
                <a:latin typeface="Arial"/>
                <a:ea typeface="Arial"/>
                <a:cs typeface="Arial"/>
              </a:defRPr>
            </a:defPPr>
            <a:lvl1pPr algn="r">
              <a:defRPr sz="825" b="0" i="0">
                <a:solidFill>
                  <a:srgbClr val="AAB4BA"/>
                </a:solidFill>
                <a:latin typeface="Arial"/>
                <a:ea typeface="Arial"/>
                <a:cs typeface="Arial"/>
              </a:defRPr>
            </a:lvl1pPr>
            <a:lvl2pPr algn="r">
              <a:defRPr sz="825" b="0" i="0">
                <a:solidFill>
                  <a:srgbClr val="AAB4BA"/>
                </a:solidFill>
                <a:latin typeface="Arial"/>
                <a:ea typeface="Arial"/>
                <a:cs typeface="Arial"/>
              </a:defRPr>
            </a:lvl2pPr>
            <a:lvl3pPr algn="r">
              <a:defRPr sz="825" b="0" i="0">
                <a:solidFill>
                  <a:srgbClr val="AAB4BA"/>
                </a:solidFill>
                <a:latin typeface="Arial"/>
                <a:ea typeface="Arial"/>
                <a:cs typeface="Arial"/>
              </a:defRPr>
            </a:lvl3pPr>
            <a:lvl4pPr algn="r">
              <a:defRPr sz="825" b="0" i="0">
                <a:solidFill>
                  <a:srgbClr val="AAB4BA"/>
                </a:solidFill>
                <a:latin typeface="Arial"/>
                <a:ea typeface="Arial"/>
                <a:cs typeface="Arial"/>
              </a:defRPr>
            </a:lvl4pPr>
            <a:lvl5pPr algn="r">
              <a:defRPr sz="825" b="0" i="0">
                <a:solidFill>
                  <a:srgbClr val="AAB4BA"/>
                </a:solidFill>
                <a:latin typeface="Arial"/>
                <a:ea typeface="Arial"/>
                <a:cs typeface="Arial"/>
              </a:defRPr>
            </a:lvl5pPr>
            <a:lvl6pPr algn="r">
              <a:defRPr sz="825" b="0" i="0">
                <a:solidFill>
                  <a:srgbClr val="AAB4BA"/>
                </a:solidFill>
                <a:latin typeface="Arial"/>
                <a:ea typeface="Arial"/>
                <a:cs typeface="Arial"/>
              </a:defRPr>
            </a:lvl6pPr>
            <a:lvl7pPr algn="r">
              <a:defRPr sz="825" b="0" i="0">
                <a:solidFill>
                  <a:srgbClr val="AAB4BA"/>
                </a:solidFill>
                <a:latin typeface="Arial"/>
                <a:ea typeface="Arial"/>
                <a:cs typeface="Arial"/>
              </a:defRPr>
            </a:lvl7pPr>
            <a:lvl8pPr algn="r">
              <a:defRPr sz="825" b="0" i="0">
                <a:solidFill>
                  <a:srgbClr val="AAB4BA"/>
                </a:solidFill>
                <a:latin typeface="Arial"/>
                <a:ea typeface="Arial"/>
                <a:cs typeface="Arial"/>
              </a:defRPr>
            </a:lvl8pPr>
            <a:lvl9pPr algn="r">
              <a:defRPr sz="825" b="0" i="0">
                <a:solidFill>
                  <a:srgbClr val="AAB4BA"/>
                </a:solidFill>
                <a:latin typeface="Arial"/>
                <a:ea typeface="Arial"/>
                <a:cs typeface="Arial"/>
              </a:defRPr>
            </a:lvl9pPr>
          </a:lstStyle>
          <a:p>
            <a:pPr algn="r">
              <a:lnSpc>
                <a:spcPct val="100000"/>
              </a:lnSpc>
              <a:buNone/>
              <a:defRPr sz="825" b="0" i="0">
                <a:solidFill>
                  <a:srgbClr val="AAB4BA"/>
                </a:solidFill>
                <a:latin typeface="Arial"/>
                <a:ea typeface="Arial"/>
                <a:cs typeface="Arial"/>
              </a:defRPr>
            </a:pPr>
            <a:r>
              <a:rPr sz="825" b="0" i="0">
                <a:solidFill>
                  <a:srgbClr val="AAB4BA"/>
                </a:solidFill>
                <a:latin typeface="Arial"/>
                <a:ea typeface="Arial"/>
                <a:cs typeface="Arial"/>
              </a:rPr>
              <a:t>2 / 3</a:t>
            </a:r>
          </a:p>
        </p:txBody>
      </p:sp>
      <p:pic>
        <p:nvPicPr>
          <p:cNvPr id="20" name="图片 19">
            <a:extLst>
              <a:ext uri="{FF2B5EF4-FFF2-40B4-BE49-F238E27FC236}">
                <a16:creationId xmlns:a16="http://schemas.microsoft.com/office/drawing/2014/main" id="{C492B115-D832-98DF-855F-4C8449ECFA35}"/>
              </a:ext>
            </a:extLst>
          </p:cNvPr>
          <p:cNvPicPr>
            <a:picLocks noChangeAspect="1"/>
          </p:cNvPicPr>
          <p:nvPr/>
        </p:nvPicPr>
        <p:blipFill>
          <a:blip r:embed="rId3"/>
          <a:stretch>
            <a:fillRect/>
          </a:stretch>
        </p:blipFill>
        <p:spPr>
          <a:xfrm>
            <a:off x="517525" y="5681788"/>
            <a:ext cx="939105" cy="592258"/>
          </a:xfrm>
          <a:prstGeom prst="rect">
            <a:avLst/>
          </a:prstGeom>
        </p:spPr>
      </p:pic>
    </p:spTree>
    <p:extLst>
      <p:ext uri="{BB962C8B-B14F-4D97-AF65-F5344CB8AC3E}">
        <p14:creationId xmlns:p14="http://schemas.microsoft.com/office/powerpoint/2010/main" val="12824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3" name="position-panel">
            <a:extLst>
              <a:ext uri="{FF2B5EF4-FFF2-40B4-BE49-F238E27FC236}">
                <a16:creationId xmlns:a16="http://schemas.microsoft.com/office/drawing/2014/main" id="{CDB7905D-B7EC-43EC-A5D8-EF40A94535DD}"/>
              </a:ext>
            </a:extLst>
          </p:cNvPr>
          <p:cNvSpPr>
            <a:spLocks noGrp="1"/>
          </p:cNvSpPr>
          <p:nvPr/>
        </p:nvSpPr>
        <p:spPr>
          <a:xfrm>
            <a:off x="0" y="0"/>
            <a:ext cx="3638550" cy="6858000"/>
          </a:xfrm>
          <a:prstGeom prst="rect">
            <a:avLst/>
          </a:prstGeom>
          <a:solidFill>
            <a:srgbClr val="142433"/>
          </a:solidFill>
          <a:ln w="0">
            <a:noFill/>
            <a:prstDash val="solid"/>
          </a:ln>
        </p:spPr>
        <p:txBody>
          <a:bodyPr/>
          <a:lstStyle/>
          <a:p>
            <a:endParaRPr lang="zh-CN" altLang="en-US"/>
          </a:p>
        </p:txBody>
      </p:sp>
      <p:sp>
        <p:nvSpPr>
          <p:cNvPr id="2" name="position-label">
            <a:extLst>
              <a:ext uri="{FF2B5EF4-FFF2-40B4-BE49-F238E27FC236}">
                <a16:creationId xmlns:a16="http://schemas.microsoft.com/office/drawing/2014/main" id="{EF0B05AF-145A-4C20-A8A5-8801C5ACD989}"/>
              </a:ext>
            </a:extLst>
          </p:cNvPr>
          <p:cNvSpPr>
            <a:spLocks noGrp="1"/>
          </p:cNvSpPr>
          <p:nvPr/>
        </p:nvSpPr>
        <p:spPr>
          <a:xfrm>
            <a:off x="571500" y="514350"/>
            <a:ext cx="2476500" cy="228600"/>
          </a:xfrm>
          <a:prstGeom prst="rect">
            <a:avLst/>
          </a:prstGeom>
          <a:noFill/>
          <a:ln w="0">
            <a:noFill/>
            <a:prstDash val="solid"/>
          </a:ln>
        </p:spPr>
        <p:txBody>
          <a:bodyPr wrap="square" lIns="0" tIns="0" rIns="0" bIns="0" anchor="t">
            <a:noAutofit/>
          </a:bodyPr>
          <a:lstStyle>
            <a:defPPr algn="l">
              <a:defRPr sz="975" b="1" i="0">
                <a:solidFill>
                  <a:srgbClr val="F2CABF"/>
                </a:solidFill>
                <a:latin typeface="Arial"/>
                <a:ea typeface="Arial"/>
                <a:cs typeface="Arial"/>
              </a:defRPr>
            </a:defPPr>
            <a:lvl1pPr algn="l">
              <a:defRPr sz="975" b="1" i="0">
                <a:solidFill>
                  <a:srgbClr val="F2CABF"/>
                </a:solidFill>
                <a:latin typeface="Arial"/>
                <a:ea typeface="Arial"/>
                <a:cs typeface="Arial"/>
              </a:defRPr>
            </a:lvl1pPr>
            <a:lvl2pPr algn="l">
              <a:defRPr sz="975" b="1" i="0">
                <a:solidFill>
                  <a:srgbClr val="F2CABF"/>
                </a:solidFill>
                <a:latin typeface="Arial"/>
                <a:ea typeface="Arial"/>
                <a:cs typeface="Arial"/>
              </a:defRPr>
            </a:lvl2pPr>
            <a:lvl3pPr algn="l">
              <a:defRPr sz="975" b="1" i="0">
                <a:solidFill>
                  <a:srgbClr val="F2CABF"/>
                </a:solidFill>
                <a:latin typeface="Arial"/>
                <a:ea typeface="Arial"/>
                <a:cs typeface="Arial"/>
              </a:defRPr>
            </a:lvl3pPr>
            <a:lvl4pPr algn="l">
              <a:defRPr sz="975" b="1" i="0">
                <a:solidFill>
                  <a:srgbClr val="F2CABF"/>
                </a:solidFill>
                <a:latin typeface="Arial"/>
                <a:ea typeface="Arial"/>
                <a:cs typeface="Arial"/>
              </a:defRPr>
            </a:lvl4pPr>
            <a:lvl5pPr algn="l">
              <a:defRPr sz="975" b="1" i="0">
                <a:solidFill>
                  <a:srgbClr val="F2CABF"/>
                </a:solidFill>
                <a:latin typeface="Arial"/>
                <a:ea typeface="Arial"/>
                <a:cs typeface="Arial"/>
              </a:defRPr>
            </a:lvl5pPr>
            <a:lvl6pPr algn="l">
              <a:defRPr sz="975" b="1" i="0">
                <a:solidFill>
                  <a:srgbClr val="F2CABF"/>
                </a:solidFill>
                <a:latin typeface="Arial"/>
                <a:ea typeface="Arial"/>
                <a:cs typeface="Arial"/>
              </a:defRPr>
            </a:lvl6pPr>
            <a:lvl7pPr algn="l">
              <a:defRPr sz="975" b="1" i="0">
                <a:solidFill>
                  <a:srgbClr val="F2CABF"/>
                </a:solidFill>
                <a:latin typeface="Arial"/>
                <a:ea typeface="Arial"/>
                <a:cs typeface="Arial"/>
              </a:defRPr>
            </a:lvl7pPr>
            <a:lvl8pPr algn="l">
              <a:defRPr sz="975" b="1" i="0">
                <a:solidFill>
                  <a:srgbClr val="F2CABF"/>
                </a:solidFill>
                <a:latin typeface="Arial"/>
                <a:ea typeface="Arial"/>
                <a:cs typeface="Arial"/>
              </a:defRPr>
            </a:lvl8pPr>
            <a:lvl9pPr algn="l">
              <a:defRPr sz="975" b="1" i="0">
                <a:solidFill>
                  <a:srgbClr val="F2CABF"/>
                </a:solidFill>
                <a:latin typeface="Arial"/>
                <a:ea typeface="Arial"/>
                <a:cs typeface="Arial"/>
              </a:defRPr>
            </a:lvl9pPr>
          </a:lstStyle>
          <a:p>
            <a:pPr algn="l">
              <a:lnSpc>
                <a:spcPct val="100000"/>
              </a:lnSpc>
              <a:buNone/>
              <a:defRPr sz="975" b="1" i="0">
                <a:solidFill>
                  <a:srgbClr val="F2CABF"/>
                </a:solidFill>
                <a:latin typeface="Arial"/>
                <a:ea typeface="Arial"/>
                <a:cs typeface="Arial"/>
              </a:defRPr>
            </a:pPr>
            <a:r>
              <a:rPr sz="975" b="1" i="0">
                <a:solidFill>
                  <a:srgbClr val="F2CABF"/>
                </a:solidFill>
                <a:latin typeface="Arial"/>
                <a:ea typeface="Arial"/>
                <a:cs typeface="Arial"/>
              </a:rPr>
              <a:t>MY POSITION  /  03</a:t>
            </a:r>
          </a:p>
        </p:txBody>
      </p:sp>
      <p:sp>
        <p:nvSpPr>
          <p:cNvPr id="3" name="position-placeholder">
            <a:extLst>
              <a:ext uri="{FF2B5EF4-FFF2-40B4-BE49-F238E27FC236}">
                <a16:creationId xmlns:a16="http://schemas.microsoft.com/office/drawing/2014/main" id="{F7695E74-8E45-4B24-BA7D-EFBEE414F50A}"/>
              </a:ext>
            </a:extLst>
          </p:cNvPr>
          <p:cNvSpPr>
            <a:spLocks noGrp="1"/>
          </p:cNvSpPr>
          <p:nvPr/>
        </p:nvSpPr>
        <p:spPr>
          <a:xfrm>
            <a:off x="571500" y="1181100"/>
            <a:ext cx="2628900" cy="2476500"/>
          </a:xfrm>
          <a:prstGeom prst="rect">
            <a:avLst/>
          </a:prstGeom>
          <a:noFill/>
          <a:ln w="0">
            <a:noFill/>
            <a:prstDash val="solid"/>
          </a:ln>
        </p:spPr>
        <p:txBody>
          <a:bodyPr wrap="square" lIns="0" tIns="0" rIns="0" bIns="0" anchor="t">
            <a:noAutofit/>
          </a:bodyPr>
          <a:lstStyle>
            <a:defPPr algn="l">
              <a:defRPr sz="2700" b="1" i="0">
                <a:solidFill>
                  <a:srgbClr val="FFFFFF"/>
                </a:solidFill>
                <a:latin typeface="Georgia"/>
                <a:ea typeface="Georgia"/>
                <a:cs typeface="Georgia"/>
              </a:defRPr>
            </a:defPPr>
            <a:lvl1pPr algn="l">
              <a:defRPr sz="2700" b="1" i="0">
                <a:solidFill>
                  <a:srgbClr val="FFFFFF"/>
                </a:solidFill>
                <a:latin typeface="Georgia"/>
                <a:ea typeface="Georgia"/>
                <a:cs typeface="Georgia"/>
              </a:defRPr>
            </a:lvl1pPr>
            <a:lvl2pPr algn="l">
              <a:defRPr sz="2700" b="1" i="0">
                <a:solidFill>
                  <a:srgbClr val="FFFFFF"/>
                </a:solidFill>
                <a:latin typeface="Georgia"/>
                <a:ea typeface="Georgia"/>
                <a:cs typeface="Georgia"/>
              </a:defRPr>
            </a:lvl2pPr>
            <a:lvl3pPr algn="l">
              <a:defRPr sz="2700" b="1" i="0">
                <a:solidFill>
                  <a:srgbClr val="FFFFFF"/>
                </a:solidFill>
                <a:latin typeface="Georgia"/>
                <a:ea typeface="Georgia"/>
                <a:cs typeface="Georgia"/>
              </a:defRPr>
            </a:lvl3pPr>
            <a:lvl4pPr algn="l">
              <a:defRPr sz="2700" b="1" i="0">
                <a:solidFill>
                  <a:srgbClr val="FFFFFF"/>
                </a:solidFill>
                <a:latin typeface="Georgia"/>
                <a:ea typeface="Georgia"/>
                <a:cs typeface="Georgia"/>
              </a:defRPr>
            </a:lvl4pPr>
            <a:lvl5pPr algn="l">
              <a:defRPr sz="2700" b="1" i="0">
                <a:solidFill>
                  <a:srgbClr val="FFFFFF"/>
                </a:solidFill>
                <a:latin typeface="Georgia"/>
                <a:ea typeface="Georgia"/>
                <a:cs typeface="Georgia"/>
              </a:defRPr>
            </a:lvl5pPr>
            <a:lvl6pPr algn="l">
              <a:defRPr sz="2700" b="1" i="0">
                <a:solidFill>
                  <a:srgbClr val="FFFFFF"/>
                </a:solidFill>
                <a:latin typeface="Georgia"/>
                <a:ea typeface="Georgia"/>
                <a:cs typeface="Georgia"/>
              </a:defRPr>
            </a:lvl6pPr>
            <a:lvl7pPr algn="l">
              <a:defRPr sz="2700" b="1" i="0">
                <a:solidFill>
                  <a:srgbClr val="FFFFFF"/>
                </a:solidFill>
                <a:latin typeface="Georgia"/>
                <a:ea typeface="Georgia"/>
                <a:cs typeface="Georgia"/>
              </a:defRPr>
            </a:lvl7pPr>
            <a:lvl8pPr algn="l">
              <a:defRPr sz="2700" b="1" i="0">
                <a:solidFill>
                  <a:srgbClr val="FFFFFF"/>
                </a:solidFill>
                <a:latin typeface="Georgia"/>
                <a:ea typeface="Georgia"/>
                <a:cs typeface="Georgia"/>
              </a:defRPr>
            </a:lvl8pPr>
            <a:lvl9pPr algn="l">
              <a:defRPr sz="2700" b="1" i="0">
                <a:solidFill>
                  <a:srgbClr val="FFFFFF"/>
                </a:solidFill>
                <a:latin typeface="Georgia"/>
                <a:ea typeface="Georgia"/>
                <a:cs typeface="Georgia"/>
              </a:defRPr>
            </a:lvl9pPr>
          </a:lstStyle>
          <a:p>
            <a:pPr algn="l">
              <a:lnSpc>
                <a:spcPct val="96000"/>
              </a:lnSpc>
              <a:buNone/>
              <a:defRPr sz="2700" b="1" i="0">
                <a:solidFill>
                  <a:srgbClr val="FFFFFF"/>
                </a:solidFill>
                <a:latin typeface="Georgia"/>
                <a:ea typeface="Georgia"/>
                <a:cs typeface="Georgia"/>
              </a:defRPr>
            </a:pPr>
            <a:r>
              <a:rPr sz="2700" b="1" i="0">
                <a:solidFill>
                  <a:srgbClr val="FFFFFF"/>
                </a:solidFill>
                <a:latin typeface="Georgia"/>
                <a:ea typeface="Georgia"/>
                <a:cs typeface="Georgia"/>
              </a:rPr>
              <a:t>[State your position in one clear sentence]</a:t>
            </a:r>
          </a:p>
        </p:txBody>
      </p:sp>
      <p:sp>
        <p:nvSpPr>
          <p:cNvPr id="4" name="position-rule">
            <a:extLst>
              <a:ext uri="{FF2B5EF4-FFF2-40B4-BE49-F238E27FC236}">
                <a16:creationId xmlns:a16="http://schemas.microsoft.com/office/drawing/2014/main" id="{F4B616A2-4062-4CC8-A2CE-2C9B54851DAB}"/>
              </a:ext>
            </a:extLst>
          </p:cNvPr>
          <p:cNvSpPr>
            <a:spLocks noGrp="1"/>
          </p:cNvSpPr>
          <p:nvPr/>
        </p:nvSpPr>
        <p:spPr>
          <a:xfrm>
            <a:off x="571500" y="3981450"/>
            <a:ext cx="2476500" cy="0"/>
          </a:xfrm>
          <a:prstGeom prst="line">
            <a:avLst/>
          </a:prstGeom>
          <a:noFill/>
          <a:ln w="19050">
            <a:solidFill>
              <a:srgbClr val="D85F48"/>
            </a:solidFill>
            <a:prstDash val="solid"/>
          </a:ln>
        </p:spPr>
        <p:txBody>
          <a:bodyPr/>
          <a:lstStyle/>
          <a:p>
            <a:endParaRPr lang="zh-CN" altLang="en-US"/>
          </a:p>
        </p:txBody>
      </p:sp>
      <p:sp>
        <p:nvSpPr>
          <p:cNvPr id="5" name="position-note">
            <a:extLst>
              <a:ext uri="{FF2B5EF4-FFF2-40B4-BE49-F238E27FC236}">
                <a16:creationId xmlns:a16="http://schemas.microsoft.com/office/drawing/2014/main" id="{496A78D1-63C1-41D7-B462-1589A9C88B31}"/>
              </a:ext>
            </a:extLst>
          </p:cNvPr>
          <p:cNvSpPr>
            <a:spLocks noGrp="1"/>
          </p:cNvSpPr>
          <p:nvPr/>
        </p:nvSpPr>
        <p:spPr>
          <a:xfrm>
            <a:off x="571500" y="4305300"/>
            <a:ext cx="2476500" cy="1257300"/>
          </a:xfrm>
          <a:prstGeom prst="rect">
            <a:avLst/>
          </a:prstGeom>
          <a:noFill/>
          <a:ln w="0">
            <a:noFill/>
            <a:prstDash val="solid"/>
          </a:ln>
        </p:spPr>
        <p:txBody>
          <a:bodyPr wrap="square" lIns="0" tIns="0" rIns="0" bIns="0" anchor="t">
            <a:noAutofit/>
          </a:bodyPr>
          <a:lstStyle>
            <a:defPPr algn="l">
              <a:defRPr sz="1350" b="0" i="0">
                <a:solidFill>
                  <a:srgbClr val="DDE3E6"/>
                </a:solidFill>
                <a:latin typeface="Arial"/>
                <a:ea typeface="Arial"/>
                <a:cs typeface="Arial"/>
              </a:defRPr>
            </a:defPPr>
            <a:lvl1pPr algn="l">
              <a:defRPr sz="1350" b="0" i="0">
                <a:solidFill>
                  <a:srgbClr val="DDE3E6"/>
                </a:solidFill>
                <a:latin typeface="Arial"/>
                <a:ea typeface="Arial"/>
                <a:cs typeface="Arial"/>
              </a:defRPr>
            </a:lvl1pPr>
            <a:lvl2pPr algn="l">
              <a:defRPr sz="1350" b="0" i="0">
                <a:solidFill>
                  <a:srgbClr val="DDE3E6"/>
                </a:solidFill>
                <a:latin typeface="Arial"/>
                <a:ea typeface="Arial"/>
                <a:cs typeface="Arial"/>
              </a:defRPr>
            </a:lvl2pPr>
            <a:lvl3pPr algn="l">
              <a:defRPr sz="1350" b="0" i="0">
                <a:solidFill>
                  <a:srgbClr val="DDE3E6"/>
                </a:solidFill>
                <a:latin typeface="Arial"/>
                <a:ea typeface="Arial"/>
                <a:cs typeface="Arial"/>
              </a:defRPr>
            </a:lvl3pPr>
            <a:lvl4pPr algn="l">
              <a:defRPr sz="1350" b="0" i="0">
                <a:solidFill>
                  <a:srgbClr val="DDE3E6"/>
                </a:solidFill>
                <a:latin typeface="Arial"/>
                <a:ea typeface="Arial"/>
                <a:cs typeface="Arial"/>
              </a:defRPr>
            </a:lvl4pPr>
            <a:lvl5pPr algn="l">
              <a:defRPr sz="1350" b="0" i="0">
                <a:solidFill>
                  <a:srgbClr val="DDE3E6"/>
                </a:solidFill>
                <a:latin typeface="Arial"/>
                <a:ea typeface="Arial"/>
                <a:cs typeface="Arial"/>
              </a:defRPr>
            </a:lvl5pPr>
            <a:lvl6pPr algn="l">
              <a:defRPr sz="1350" b="0" i="0">
                <a:solidFill>
                  <a:srgbClr val="DDE3E6"/>
                </a:solidFill>
                <a:latin typeface="Arial"/>
                <a:ea typeface="Arial"/>
                <a:cs typeface="Arial"/>
              </a:defRPr>
            </a:lvl6pPr>
            <a:lvl7pPr algn="l">
              <a:defRPr sz="1350" b="0" i="0">
                <a:solidFill>
                  <a:srgbClr val="DDE3E6"/>
                </a:solidFill>
                <a:latin typeface="Arial"/>
                <a:ea typeface="Arial"/>
                <a:cs typeface="Arial"/>
              </a:defRPr>
            </a:lvl7pPr>
            <a:lvl8pPr algn="l">
              <a:defRPr sz="1350" b="0" i="0">
                <a:solidFill>
                  <a:srgbClr val="DDE3E6"/>
                </a:solidFill>
                <a:latin typeface="Arial"/>
                <a:ea typeface="Arial"/>
                <a:cs typeface="Arial"/>
              </a:defRPr>
            </a:lvl8pPr>
            <a:lvl9pPr algn="l">
              <a:defRPr sz="1350" b="0" i="0">
                <a:solidFill>
                  <a:srgbClr val="DDE3E6"/>
                </a:solidFill>
                <a:latin typeface="Arial"/>
                <a:ea typeface="Arial"/>
                <a:cs typeface="Arial"/>
              </a:defRPr>
            </a:lvl9pPr>
          </a:lstStyle>
          <a:p>
            <a:pPr algn="l">
              <a:lnSpc>
                <a:spcPct val="108000"/>
              </a:lnSpc>
              <a:buNone/>
              <a:defRPr sz="1350" b="0" i="0">
                <a:solidFill>
                  <a:srgbClr val="DDE3E6"/>
                </a:solidFill>
                <a:latin typeface="Arial"/>
                <a:ea typeface="Arial"/>
                <a:cs typeface="Arial"/>
              </a:defRPr>
            </a:pPr>
            <a:r>
              <a:rPr sz="1350" b="0" i="0">
                <a:solidFill>
                  <a:srgbClr val="DDE3E6"/>
                </a:solidFill>
                <a:latin typeface="Arial"/>
                <a:ea typeface="Arial"/>
                <a:cs typeface="Arial"/>
              </a:rPr>
              <a:t>[One sentence explaining the ethical principle behind your position]</a:t>
            </a:r>
          </a:p>
        </p:txBody>
      </p:sp>
      <p:sp>
        <p:nvSpPr>
          <p:cNvPr id="6" name="argument-number-1">
            <a:extLst>
              <a:ext uri="{FF2B5EF4-FFF2-40B4-BE49-F238E27FC236}">
                <a16:creationId xmlns:a16="http://schemas.microsoft.com/office/drawing/2014/main" id="{4F049F6F-8297-4CE5-82B0-F0C6D0B15130}"/>
              </a:ext>
            </a:extLst>
          </p:cNvPr>
          <p:cNvSpPr>
            <a:spLocks noGrp="1"/>
          </p:cNvSpPr>
          <p:nvPr/>
        </p:nvSpPr>
        <p:spPr>
          <a:xfrm>
            <a:off x="4248150" y="647700"/>
            <a:ext cx="438150" cy="228600"/>
          </a:xfrm>
          <a:prstGeom prst="rect">
            <a:avLst/>
          </a:prstGeom>
          <a:noFill/>
          <a:ln w="0">
            <a:noFill/>
            <a:prstDash val="solid"/>
          </a:ln>
        </p:spPr>
        <p:txBody>
          <a:bodyPr wrap="square" lIns="0" tIns="0" rIns="0" bIns="0" anchor="t">
            <a:noAutofit/>
          </a:bodyPr>
          <a:lstStyle>
            <a:defPPr algn="l">
              <a:defRPr sz="1050" b="1" i="0">
                <a:solidFill>
                  <a:srgbClr val="D85F48"/>
                </a:solidFill>
                <a:latin typeface="Arial"/>
                <a:ea typeface="Arial"/>
                <a:cs typeface="Arial"/>
              </a:defRPr>
            </a:defPPr>
            <a:lvl1pPr algn="l">
              <a:defRPr sz="1050" b="1" i="0">
                <a:solidFill>
                  <a:srgbClr val="D85F48"/>
                </a:solidFill>
                <a:latin typeface="Arial"/>
                <a:ea typeface="Arial"/>
                <a:cs typeface="Arial"/>
              </a:defRPr>
            </a:lvl1pPr>
            <a:lvl2pPr algn="l">
              <a:defRPr sz="1050" b="1" i="0">
                <a:solidFill>
                  <a:srgbClr val="D85F48"/>
                </a:solidFill>
                <a:latin typeface="Arial"/>
                <a:ea typeface="Arial"/>
                <a:cs typeface="Arial"/>
              </a:defRPr>
            </a:lvl2pPr>
            <a:lvl3pPr algn="l">
              <a:defRPr sz="1050" b="1" i="0">
                <a:solidFill>
                  <a:srgbClr val="D85F48"/>
                </a:solidFill>
                <a:latin typeface="Arial"/>
                <a:ea typeface="Arial"/>
                <a:cs typeface="Arial"/>
              </a:defRPr>
            </a:lvl3pPr>
            <a:lvl4pPr algn="l">
              <a:defRPr sz="1050" b="1" i="0">
                <a:solidFill>
                  <a:srgbClr val="D85F48"/>
                </a:solidFill>
                <a:latin typeface="Arial"/>
                <a:ea typeface="Arial"/>
                <a:cs typeface="Arial"/>
              </a:defRPr>
            </a:lvl4pPr>
            <a:lvl5pPr algn="l">
              <a:defRPr sz="1050" b="1" i="0">
                <a:solidFill>
                  <a:srgbClr val="D85F48"/>
                </a:solidFill>
                <a:latin typeface="Arial"/>
                <a:ea typeface="Arial"/>
                <a:cs typeface="Arial"/>
              </a:defRPr>
            </a:lvl5pPr>
            <a:lvl6pPr algn="l">
              <a:defRPr sz="1050" b="1" i="0">
                <a:solidFill>
                  <a:srgbClr val="D85F48"/>
                </a:solidFill>
                <a:latin typeface="Arial"/>
                <a:ea typeface="Arial"/>
                <a:cs typeface="Arial"/>
              </a:defRPr>
            </a:lvl6pPr>
            <a:lvl7pPr algn="l">
              <a:defRPr sz="1050" b="1" i="0">
                <a:solidFill>
                  <a:srgbClr val="D85F48"/>
                </a:solidFill>
                <a:latin typeface="Arial"/>
                <a:ea typeface="Arial"/>
                <a:cs typeface="Arial"/>
              </a:defRPr>
            </a:lvl7pPr>
            <a:lvl8pPr algn="l">
              <a:defRPr sz="1050" b="1" i="0">
                <a:solidFill>
                  <a:srgbClr val="D85F48"/>
                </a:solidFill>
                <a:latin typeface="Arial"/>
                <a:ea typeface="Arial"/>
                <a:cs typeface="Arial"/>
              </a:defRPr>
            </a:lvl8pPr>
            <a:lvl9pPr algn="l">
              <a:defRPr sz="1050" b="1" i="0">
                <a:solidFill>
                  <a:srgbClr val="D85F48"/>
                </a:solidFill>
                <a:latin typeface="Arial"/>
                <a:ea typeface="Arial"/>
                <a:cs typeface="Arial"/>
              </a:defRPr>
            </a:lvl9pPr>
          </a:lstStyle>
          <a:p>
            <a:pPr algn="l">
              <a:lnSpc>
                <a:spcPct val="100000"/>
              </a:lnSpc>
              <a:buNone/>
              <a:defRPr sz="1050" b="1" i="0">
                <a:solidFill>
                  <a:srgbClr val="D85F48"/>
                </a:solidFill>
                <a:latin typeface="Arial"/>
                <a:ea typeface="Arial"/>
                <a:cs typeface="Arial"/>
              </a:defRPr>
            </a:pPr>
            <a:r>
              <a:rPr sz="1050" b="1" i="0">
                <a:solidFill>
                  <a:srgbClr val="D85F48"/>
                </a:solidFill>
                <a:latin typeface="Arial"/>
                <a:ea typeface="Arial"/>
                <a:cs typeface="Arial"/>
              </a:rPr>
              <a:t>01</a:t>
            </a:r>
          </a:p>
        </p:txBody>
      </p:sp>
      <p:sp>
        <p:nvSpPr>
          <p:cNvPr id="7" name="argument-label-1">
            <a:extLst>
              <a:ext uri="{FF2B5EF4-FFF2-40B4-BE49-F238E27FC236}">
                <a16:creationId xmlns:a16="http://schemas.microsoft.com/office/drawing/2014/main" id="{7662072C-A8A2-44B3-9D63-A1EC747C3E7A}"/>
              </a:ext>
            </a:extLst>
          </p:cNvPr>
          <p:cNvSpPr>
            <a:spLocks noGrp="1"/>
          </p:cNvSpPr>
          <p:nvPr/>
        </p:nvSpPr>
        <p:spPr>
          <a:xfrm>
            <a:off x="4743450" y="647700"/>
            <a:ext cx="3429000" cy="228600"/>
          </a:xfrm>
          <a:prstGeom prst="rect">
            <a:avLst/>
          </a:prstGeom>
          <a:noFill/>
          <a:ln w="0">
            <a:noFill/>
            <a:prstDash val="solid"/>
          </a:ln>
        </p:spPr>
        <p:txBody>
          <a:bodyPr wrap="square" lIns="0" tIns="0" rIns="0" bIns="0" anchor="t">
            <a:noAutofit/>
          </a:bodyPr>
          <a:lstStyle>
            <a:defPPr algn="l">
              <a:defRPr sz="900" b="1" i="0">
                <a:solidFill>
                  <a:srgbClr val="47756E"/>
                </a:solidFill>
                <a:latin typeface="Arial"/>
                <a:ea typeface="Arial"/>
                <a:cs typeface="Arial"/>
              </a:defRPr>
            </a:defPPr>
            <a:lvl1pPr algn="l">
              <a:defRPr sz="900" b="1" i="0">
                <a:solidFill>
                  <a:srgbClr val="47756E"/>
                </a:solidFill>
                <a:latin typeface="Arial"/>
                <a:ea typeface="Arial"/>
                <a:cs typeface="Arial"/>
              </a:defRPr>
            </a:lvl1pPr>
            <a:lvl2pPr algn="l">
              <a:defRPr sz="900" b="1" i="0">
                <a:solidFill>
                  <a:srgbClr val="47756E"/>
                </a:solidFill>
                <a:latin typeface="Arial"/>
                <a:ea typeface="Arial"/>
                <a:cs typeface="Arial"/>
              </a:defRPr>
            </a:lvl2pPr>
            <a:lvl3pPr algn="l">
              <a:defRPr sz="900" b="1" i="0">
                <a:solidFill>
                  <a:srgbClr val="47756E"/>
                </a:solidFill>
                <a:latin typeface="Arial"/>
                <a:ea typeface="Arial"/>
                <a:cs typeface="Arial"/>
              </a:defRPr>
            </a:lvl3pPr>
            <a:lvl4pPr algn="l">
              <a:defRPr sz="900" b="1" i="0">
                <a:solidFill>
                  <a:srgbClr val="47756E"/>
                </a:solidFill>
                <a:latin typeface="Arial"/>
                <a:ea typeface="Arial"/>
                <a:cs typeface="Arial"/>
              </a:defRPr>
            </a:lvl4pPr>
            <a:lvl5pPr algn="l">
              <a:defRPr sz="900" b="1" i="0">
                <a:solidFill>
                  <a:srgbClr val="47756E"/>
                </a:solidFill>
                <a:latin typeface="Arial"/>
                <a:ea typeface="Arial"/>
                <a:cs typeface="Arial"/>
              </a:defRPr>
            </a:lvl5pPr>
            <a:lvl6pPr algn="l">
              <a:defRPr sz="900" b="1" i="0">
                <a:solidFill>
                  <a:srgbClr val="47756E"/>
                </a:solidFill>
                <a:latin typeface="Arial"/>
                <a:ea typeface="Arial"/>
                <a:cs typeface="Arial"/>
              </a:defRPr>
            </a:lvl6pPr>
            <a:lvl7pPr algn="l">
              <a:defRPr sz="900" b="1" i="0">
                <a:solidFill>
                  <a:srgbClr val="47756E"/>
                </a:solidFill>
                <a:latin typeface="Arial"/>
                <a:ea typeface="Arial"/>
                <a:cs typeface="Arial"/>
              </a:defRPr>
            </a:lvl7pPr>
            <a:lvl8pPr algn="l">
              <a:defRPr sz="900" b="1" i="0">
                <a:solidFill>
                  <a:srgbClr val="47756E"/>
                </a:solidFill>
                <a:latin typeface="Arial"/>
                <a:ea typeface="Arial"/>
                <a:cs typeface="Arial"/>
              </a:defRPr>
            </a:lvl8pPr>
            <a:lvl9pPr algn="l">
              <a:defRPr sz="900" b="1" i="0">
                <a:solidFill>
                  <a:srgbClr val="47756E"/>
                </a:solidFill>
                <a:latin typeface="Arial"/>
                <a:ea typeface="Arial"/>
                <a:cs typeface="Arial"/>
              </a:defRPr>
            </a:lvl9pPr>
          </a:lstStyle>
          <a:p>
            <a:pPr algn="l">
              <a:lnSpc>
                <a:spcPct val="100000"/>
              </a:lnSpc>
              <a:buNone/>
              <a:defRPr sz="900" b="1" i="0">
                <a:solidFill>
                  <a:srgbClr val="47756E"/>
                </a:solidFill>
                <a:latin typeface="Arial"/>
                <a:ea typeface="Arial"/>
                <a:cs typeface="Arial"/>
              </a:defRPr>
            </a:pPr>
            <a:r>
              <a:rPr sz="900" b="1" i="0">
                <a:solidFill>
                  <a:srgbClr val="47756E"/>
                </a:solidFill>
                <a:latin typeface="Arial"/>
                <a:ea typeface="Arial"/>
                <a:cs typeface="Arial"/>
              </a:rPr>
              <a:t>WHY</a:t>
            </a:r>
          </a:p>
        </p:txBody>
      </p:sp>
      <p:sp>
        <p:nvSpPr>
          <p:cNvPr id="8" name="argument-content-1">
            <a:extLst>
              <a:ext uri="{FF2B5EF4-FFF2-40B4-BE49-F238E27FC236}">
                <a16:creationId xmlns:a16="http://schemas.microsoft.com/office/drawing/2014/main" id="{88B556AE-65FE-4AED-86CB-5ACE5C65C956}"/>
              </a:ext>
            </a:extLst>
          </p:cNvPr>
          <p:cNvSpPr>
            <a:spLocks noGrp="1"/>
          </p:cNvSpPr>
          <p:nvPr/>
        </p:nvSpPr>
        <p:spPr>
          <a:xfrm>
            <a:off x="4743450" y="971550"/>
            <a:ext cx="6667500" cy="781050"/>
          </a:xfrm>
          <a:prstGeom prst="rect">
            <a:avLst/>
          </a:prstGeom>
          <a:noFill/>
          <a:ln w="0">
            <a:noFill/>
            <a:prstDash val="solid"/>
          </a:ln>
        </p:spPr>
        <p:txBody>
          <a:bodyPr wrap="square" lIns="0" tIns="0" rIns="0" bIns="0" anchor="t">
            <a:noAutofit/>
          </a:bodyPr>
          <a:lstStyle>
            <a:defPPr algn="l">
              <a:defRPr sz="1575" b="0" i="0">
                <a:solidFill>
                  <a:srgbClr val="172331"/>
                </a:solidFill>
                <a:latin typeface="Arial"/>
                <a:ea typeface="Arial"/>
                <a:cs typeface="Arial"/>
              </a:defRPr>
            </a:defPPr>
            <a:lvl1pPr algn="l">
              <a:defRPr sz="1575" b="0" i="0">
                <a:solidFill>
                  <a:srgbClr val="172331"/>
                </a:solidFill>
                <a:latin typeface="Arial"/>
                <a:ea typeface="Arial"/>
                <a:cs typeface="Arial"/>
              </a:defRPr>
            </a:lvl1pPr>
            <a:lvl2pPr algn="l">
              <a:defRPr sz="1575" b="0" i="0">
                <a:solidFill>
                  <a:srgbClr val="172331"/>
                </a:solidFill>
                <a:latin typeface="Arial"/>
                <a:ea typeface="Arial"/>
                <a:cs typeface="Arial"/>
              </a:defRPr>
            </a:lvl2pPr>
            <a:lvl3pPr algn="l">
              <a:defRPr sz="1575" b="0" i="0">
                <a:solidFill>
                  <a:srgbClr val="172331"/>
                </a:solidFill>
                <a:latin typeface="Arial"/>
                <a:ea typeface="Arial"/>
                <a:cs typeface="Arial"/>
              </a:defRPr>
            </a:lvl3pPr>
            <a:lvl4pPr algn="l">
              <a:defRPr sz="1575" b="0" i="0">
                <a:solidFill>
                  <a:srgbClr val="172331"/>
                </a:solidFill>
                <a:latin typeface="Arial"/>
                <a:ea typeface="Arial"/>
                <a:cs typeface="Arial"/>
              </a:defRPr>
            </a:lvl4pPr>
            <a:lvl5pPr algn="l">
              <a:defRPr sz="1575" b="0" i="0">
                <a:solidFill>
                  <a:srgbClr val="172331"/>
                </a:solidFill>
                <a:latin typeface="Arial"/>
                <a:ea typeface="Arial"/>
                <a:cs typeface="Arial"/>
              </a:defRPr>
            </a:lvl5pPr>
            <a:lvl6pPr algn="l">
              <a:defRPr sz="1575" b="0" i="0">
                <a:solidFill>
                  <a:srgbClr val="172331"/>
                </a:solidFill>
                <a:latin typeface="Arial"/>
                <a:ea typeface="Arial"/>
                <a:cs typeface="Arial"/>
              </a:defRPr>
            </a:lvl6pPr>
            <a:lvl7pPr algn="l">
              <a:defRPr sz="1575" b="0" i="0">
                <a:solidFill>
                  <a:srgbClr val="172331"/>
                </a:solidFill>
                <a:latin typeface="Arial"/>
                <a:ea typeface="Arial"/>
                <a:cs typeface="Arial"/>
              </a:defRPr>
            </a:lvl7pPr>
            <a:lvl8pPr algn="l">
              <a:defRPr sz="1575" b="0" i="0">
                <a:solidFill>
                  <a:srgbClr val="172331"/>
                </a:solidFill>
                <a:latin typeface="Arial"/>
                <a:ea typeface="Arial"/>
                <a:cs typeface="Arial"/>
              </a:defRPr>
            </a:lvl8pPr>
            <a:lvl9pPr algn="l">
              <a:defRPr sz="1575" b="0" i="0">
                <a:solidFill>
                  <a:srgbClr val="172331"/>
                </a:solidFill>
                <a:latin typeface="Arial"/>
                <a:ea typeface="Arial"/>
                <a:cs typeface="Arial"/>
              </a:defRPr>
            </a:lvl9pPr>
          </a:lstStyle>
          <a:p>
            <a:pPr algn="l">
              <a:lnSpc>
                <a:spcPct val="106000"/>
              </a:lnSpc>
              <a:buNone/>
              <a:defRPr sz="1575" b="0" i="0">
                <a:solidFill>
                  <a:srgbClr val="172331"/>
                </a:solidFill>
                <a:latin typeface="Arial"/>
                <a:ea typeface="Arial"/>
                <a:cs typeface="Arial"/>
              </a:defRPr>
            </a:pPr>
            <a:r>
              <a:rPr sz="1575" b="0" i="0">
                <a:solidFill>
                  <a:srgbClr val="172331"/>
                </a:solidFill>
                <a:latin typeface="Arial"/>
                <a:ea typeface="Arial"/>
                <a:cs typeface="Arial"/>
              </a:rPr>
              <a:t>[Give your strongest reason and evidence]</a:t>
            </a:r>
          </a:p>
        </p:txBody>
      </p:sp>
      <p:sp>
        <p:nvSpPr>
          <p:cNvPr id="9" name="argument-rule-1">
            <a:extLst>
              <a:ext uri="{FF2B5EF4-FFF2-40B4-BE49-F238E27FC236}">
                <a16:creationId xmlns:a16="http://schemas.microsoft.com/office/drawing/2014/main" id="{9FFC4587-B814-42B2-B80E-BD4838F0BA9C}"/>
              </a:ext>
            </a:extLst>
          </p:cNvPr>
          <p:cNvSpPr>
            <a:spLocks noGrp="1"/>
          </p:cNvSpPr>
          <p:nvPr/>
        </p:nvSpPr>
        <p:spPr>
          <a:xfrm>
            <a:off x="4248150" y="1885950"/>
            <a:ext cx="7162800" cy="0"/>
          </a:xfrm>
          <a:prstGeom prst="line">
            <a:avLst/>
          </a:prstGeom>
          <a:noFill/>
          <a:ln w="9525">
            <a:solidFill>
              <a:srgbClr val="D5D0C5"/>
            </a:solidFill>
            <a:prstDash val="solid"/>
          </a:ln>
        </p:spPr>
        <p:txBody>
          <a:bodyPr/>
          <a:lstStyle/>
          <a:p>
            <a:endParaRPr lang="zh-CN" altLang="en-US"/>
          </a:p>
        </p:txBody>
      </p:sp>
      <p:sp>
        <p:nvSpPr>
          <p:cNvPr id="10" name="argument-number-2">
            <a:extLst>
              <a:ext uri="{FF2B5EF4-FFF2-40B4-BE49-F238E27FC236}">
                <a16:creationId xmlns:a16="http://schemas.microsoft.com/office/drawing/2014/main" id="{0FBA2362-F54C-47B6-A617-070A0BEB42C9}"/>
              </a:ext>
            </a:extLst>
          </p:cNvPr>
          <p:cNvSpPr>
            <a:spLocks noGrp="1"/>
          </p:cNvSpPr>
          <p:nvPr/>
        </p:nvSpPr>
        <p:spPr>
          <a:xfrm>
            <a:off x="4248150" y="2133600"/>
            <a:ext cx="438150" cy="228600"/>
          </a:xfrm>
          <a:prstGeom prst="rect">
            <a:avLst/>
          </a:prstGeom>
          <a:noFill/>
          <a:ln w="0">
            <a:noFill/>
            <a:prstDash val="solid"/>
          </a:ln>
        </p:spPr>
        <p:txBody>
          <a:bodyPr wrap="square" lIns="0" tIns="0" rIns="0" bIns="0" anchor="t">
            <a:noAutofit/>
          </a:bodyPr>
          <a:lstStyle>
            <a:defPPr algn="l">
              <a:defRPr sz="1050" b="1" i="0">
                <a:solidFill>
                  <a:srgbClr val="D85F48"/>
                </a:solidFill>
                <a:latin typeface="Arial"/>
                <a:ea typeface="Arial"/>
                <a:cs typeface="Arial"/>
              </a:defRPr>
            </a:defPPr>
            <a:lvl1pPr algn="l">
              <a:defRPr sz="1050" b="1" i="0">
                <a:solidFill>
                  <a:srgbClr val="D85F48"/>
                </a:solidFill>
                <a:latin typeface="Arial"/>
                <a:ea typeface="Arial"/>
                <a:cs typeface="Arial"/>
              </a:defRPr>
            </a:lvl1pPr>
            <a:lvl2pPr algn="l">
              <a:defRPr sz="1050" b="1" i="0">
                <a:solidFill>
                  <a:srgbClr val="D85F48"/>
                </a:solidFill>
                <a:latin typeface="Arial"/>
                <a:ea typeface="Arial"/>
                <a:cs typeface="Arial"/>
              </a:defRPr>
            </a:lvl2pPr>
            <a:lvl3pPr algn="l">
              <a:defRPr sz="1050" b="1" i="0">
                <a:solidFill>
                  <a:srgbClr val="D85F48"/>
                </a:solidFill>
                <a:latin typeface="Arial"/>
                <a:ea typeface="Arial"/>
                <a:cs typeface="Arial"/>
              </a:defRPr>
            </a:lvl3pPr>
            <a:lvl4pPr algn="l">
              <a:defRPr sz="1050" b="1" i="0">
                <a:solidFill>
                  <a:srgbClr val="D85F48"/>
                </a:solidFill>
                <a:latin typeface="Arial"/>
                <a:ea typeface="Arial"/>
                <a:cs typeface="Arial"/>
              </a:defRPr>
            </a:lvl4pPr>
            <a:lvl5pPr algn="l">
              <a:defRPr sz="1050" b="1" i="0">
                <a:solidFill>
                  <a:srgbClr val="D85F48"/>
                </a:solidFill>
                <a:latin typeface="Arial"/>
                <a:ea typeface="Arial"/>
                <a:cs typeface="Arial"/>
              </a:defRPr>
            </a:lvl5pPr>
            <a:lvl6pPr algn="l">
              <a:defRPr sz="1050" b="1" i="0">
                <a:solidFill>
                  <a:srgbClr val="D85F48"/>
                </a:solidFill>
                <a:latin typeface="Arial"/>
                <a:ea typeface="Arial"/>
                <a:cs typeface="Arial"/>
              </a:defRPr>
            </a:lvl6pPr>
            <a:lvl7pPr algn="l">
              <a:defRPr sz="1050" b="1" i="0">
                <a:solidFill>
                  <a:srgbClr val="D85F48"/>
                </a:solidFill>
                <a:latin typeface="Arial"/>
                <a:ea typeface="Arial"/>
                <a:cs typeface="Arial"/>
              </a:defRPr>
            </a:lvl7pPr>
            <a:lvl8pPr algn="l">
              <a:defRPr sz="1050" b="1" i="0">
                <a:solidFill>
                  <a:srgbClr val="D85F48"/>
                </a:solidFill>
                <a:latin typeface="Arial"/>
                <a:ea typeface="Arial"/>
                <a:cs typeface="Arial"/>
              </a:defRPr>
            </a:lvl8pPr>
            <a:lvl9pPr algn="l">
              <a:defRPr sz="1050" b="1" i="0">
                <a:solidFill>
                  <a:srgbClr val="D85F48"/>
                </a:solidFill>
                <a:latin typeface="Arial"/>
                <a:ea typeface="Arial"/>
                <a:cs typeface="Arial"/>
              </a:defRPr>
            </a:lvl9pPr>
          </a:lstStyle>
          <a:p>
            <a:pPr algn="l">
              <a:lnSpc>
                <a:spcPct val="100000"/>
              </a:lnSpc>
              <a:buNone/>
              <a:defRPr sz="1050" b="1" i="0">
                <a:solidFill>
                  <a:srgbClr val="D85F48"/>
                </a:solidFill>
                <a:latin typeface="Arial"/>
                <a:ea typeface="Arial"/>
                <a:cs typeface="Arial"/>
              </a:defRPr>
            </a:pPr>
            <a:r>
              <a:rPr sz="1050" b="1" i="0">
                <a:solidFill>
                  <a:srgbClr val="D85F48"/>
                </a:solidFill>
                <a:latin typeface="Arial"/>
                <a:ea typeface="Arial"/>
                <a:cs typeface="Arial"/>
              </a:rPr>
              <a:t>02</a:t>
            </a:r>
          </a:p>
        </p:txBody>
      </p:sp>
      <p:sp>
        <p:nvSpPr>
          <p:cNvPr id="11" name="argument-label-2">
            <a:extLst>
              <a:ext uri="{FF2B5EF4-FFF2-40B4-BE49-F238E27FC236}">
                <a16:creationId xmlns:a16="http://schemas.microsoft.com/office/drawing/2014/main" id="{D4CE10F5-676A-4EE4-87C9-52E29B5C33F4}"/>
              </a:ext>
            </a:extLst>
          </p:cNvPr>
          <p:cNvSpPr>
            <a:spLocks noGrp="1"/>
          </p:cNvSpPr>
          <p:nvPr/>
        </p:nvSpPr>
        <p:spPr>
          <a:xfrm>
            <a:off x="4743450" y="2133600"/>
            <a:ext cx="3429000" cy="228600"/>
          </a:xfrm>
          <a:prstGeom prst="rect">
            <a:avLst/>
          </a:prstGeom>
          <a:noFill/>
          <a:ln w="0">
            <a:noFill/>
            <a:prstDash val="solid"/>
          </a:ln>
        </p:spPr>
        <p:txBody>
          <a:bodyPr wrap="square" lIns="0" tIns="0" rIns="0" bIns="0" anchor="t">
            <a:noAutofit/>
          </a:bodyPr>
          <a:lstStyle>
            <a:defPPr algn="l">
              <a:defRPr sz="900" b="1" i="0">
                <a:solidFill>
                  <a:srgbClr val="47756E"/>
                </a:solidFill>
                <a:latin typeface="Arial"/>
                <a:ea typeface="Arial"/>
                <a:cs typeface="Arial"/>
              </a:defRPr>
            </a:defPPr>
            <a:lvl1pPr algn="l">
              <a:defRPr sz="900" b="1" i="0">
                <a:solidFill>
                  <a:srgbClr val="47756E"/>
                </a:solidFill>
                <a:latin typeface="Arial"/>
                <a:ea typeface="Arial"/>
                <a:cs typeface="Arial"/>
              </a:defRPr>
            </a:lvl1pPr>
            <a:lvl2pPr algn="l">
              <a:defRPr sz="900" b="1" i="0">
                <a:solidFill>
                  <a:srgbClr val="47756E"/>
                </a:solidFill>
                <a:latin typeface="Arial"/>
                <a:ea typeface="Arial"/>
                <a:cs typeface="Arial"/>
              </a:defRPr>
            </a:lvl2pPr>
            <a:lvl3pPr algn="l">
              <a:defRPr sz="900" b="1" i="0">
                <a:solidFill>
                  <a:srgbClr val="47756E"/>
                </a:solidFill>
                <a:latin typeface="Arial"/>
                <a:ea typeface="Arial"/>
                <a:cs typeface="Arial"/>
              </a:defRPr>
            </a:lvl3pPr>
            <a:lvl4pPr algn="l">
              <a:defRPr sz="900" b="1" i="0">
                <a:solidFill>
                  <a:srgbClr val="47756E"/>
                </a:solidFill>
                <a:latin typeface="Arial"/>
                <a:ea typeface="Arial"/>
                <a:cs typeface="Arial"/>
              </a:defRPr>
            </a:lvl4pPr>
            <a:lvl5pPr algn="l">
              <a:defRPr sz="900" b="1" i="0">
                <a:solidFill>
                  <a:srgbClr val="47756E"/>
                </a:solidFill>
                <a:latin typeface="Arial"/>
                <a:ea typeface="Arial"/>
                <a:cs typeface="Arial"/>
              </a:defRPr>
            </a:lvl5pPr>
            <a:lvl6pPr algn="l">
              <a:defRPr sz="900" b="1" i="0">
                <a:solidFill>
                  <a:srgbClr val="47756E"/>
                </a:solidFill>
                <a:latin typeface="Arial"/>
                <a:ea typeface="Arial"/>
                <a:cs typeface="Arial"/>
              </a:defRPr>
            </a:lvl6pPr>
            <a:lvl7pPr algn="l">
              <a:defRPr sz="900" b="1" i="0">
                <a:solidFill>
                  <a:srgbClr val="47756E"/>
                </a:solidFill>
                <a:latin typeface="Arial"/>
                <a:ea typeface="Arial"/>
                <a:cs typeface="Arial"/>
              </a:defRPr>
            </a:lvl7pPr>
            <a:lvl8pPr algn="l">
              <a:defRPr sz="900" b="1" i="0">
                <a:solidFill>
                  <a:srgbClr val="47756E"/>
                </a:solidFill>
                <a:latin typeface="Arial"/>
                <a:ea typeface="Arial"/>
                <a:cs typeface="Arial"/>
              </a:defRPr>
            </a:lvl8pPr>
            <a:lvl9pPr algn="l">
              <a:defRPr sz="900" b="1" i="0">
                <a:solidFill>
                  <a:srgbClr val="47756E"/>
                </a:solidFill>
                <a:latin typeface="Arial"/>
                <a:ea typeface="Arial"/>
                <a:cs typeface="Arial"/>
              </a:defRPr>
            </a:lvl9pPr>
          </a:lstStyle>
          <a:p>
            <a:pPr algn="l">
              <a:lnSpc>
                <a:spcPct val="100000"/>
              </a:lnSpc>
              <a:buNone/>
              <a:defRPr sz="900" b="1" i="0">
                <a:solidFill>
                  <a:srgbClr val="47756E"/>
                </a:solidFill>
                <a:latin typeface="Arial"/>
                <a:ea typeface="Arial"/>
                <a:cs typeface="Arial"/>
              </a:defRPr>
            </a:pPr>
            <a:r>
              <a:rPr sz="900" b="1" i="0">
                <a:solidFill>
                  <a:srgbClr val="47756E"/>
                </a:solidFill>
                <a:latin typeface="Arial"/>
                <a:ea typeface="Arial"/>
                <a:cs typeface="Arial"/>
              </a:rPr>
              <a:t>COUNTERARGUMENT</a:t>
            </a:r>
          </a:p>
        </p:txBody>
      </p:sp>
      <p:sp>
        <p:nvSpPr>
          <p:cNvPr id="12" name="argument-content-2">
            <a:extLst>
              <a:ext uri="{FF2B5EF4-FFF2-40B4-BE49-F238E27FC236}">
                <a16:creationId xmlns:a16="http://schemas.microsoft.com/office/drawing/2014/main" id="{FBE108F3-730B-403A-9A46-7A4467371A35}"/>
              </a:ext>
            </a:extLst>
          </p:cNvPr>
          <p:cNvSpPr>
            <a:spLocks noGrp="1"/>
          </p:cNvSpPr>
          <p:nvPr/>
        </p:nvSpPr>
        <p:spPr>
          <a:xfrm>
            <a:off x="4743450" y="2457450"/>
            <a:ext cx="6667500" cy="781050"/>
          </a:xfrm>
          <a:prstGeom prst="rect">
            <a:avLst/>
          </a:prstGeom>
          <a:noFill/>
          <a:ln w="0">
            <a:noFill/>
            <a:prstDash val="solid"/>
          </a:ln>
        </p:spPr>
        <p:txBody>
          <a:bodyPr wrap="square" lIns="0" tIns="0" rIns="0" bIns="0" anchor="t">
            <a:noAutofit/>
          </a:bodyPr>
          <a:lstStyle>
            <a:defPPr algn="l">
              <a:defRPr sz="1575" b="0" i="0">
                <a:solidFill>
                  <a:srgbClr val="172331"/>
                </a:solidFill>
                <a:latin typeface="Arial"/>
                <a:ea typeface="Arial"/>
                <a:cs typeface="Arial"/>
              </a:defRPr>
            </a:defPPr>
            <a:lvl1pPr algn="l">
              <a:defRPr sz="1575" b="0" i="0">
                <a:solidFill>
                  <a:srgbClr val="172331"/>
                </a:solidFill>
                <a:latin typeface="Arial"/>
                <a:ea typeface="Arial"/>
                <a:cs typeface="Arial"/>
              </a:defRPr>
            </a:lvl1pPr>
            <a:lvl2pPr algn="l">
              <a:defRPr sz="1575" b="0" i="0">
                <a:solidFill>
                  <a:srgbClr val="172331"/>
                </a:solidFill>
                <a:latin typeface="Arial"/>
                <a:ea typeface="Arial"/>
                <a:cs typeface="Arial"/>
              </a:defRPr>
            </a:lvl2pPr>
            <a:lvl3pPr algn="l">
              <a:defRPr sz="1575" b="0" i="0">
                <a:solidFill>
                  <a:srgbClr val="172331"/>
                </a:solidFill>
                <a:latin typeface="Arial"/>
                <a:ea typeface="Arial"/>
                <a:cs typeface="Arial"/>
              </a:defRPr>
            </a:lvl3pPr>
            <a:lvl4pPr algn="l">
              <a:defRPr sz="1575" b="0" i="0">
                <a:solidFill>
                  <a:srgbClr val="172331"/>
                </a:solidFill>
                <a:latin typeface="Arial"/>
                <a:ea typeface="Arial"/>
                <a:cs typeface="Arial"/>
              </a:defRPr>
            </a:lvl4pPr>
            <a:lvl5pPr algn="l">
              <a:defRPr sz="1575" b="0" i="0">
                <a:solidFill>
                  <a:srgbClr val="172331"/>
                </a:solidFill>
                <a:latin typeface="Arial"/>
                <a:ea typeface="Arial"/>
                <a:cs typeface="Arial"/>
              </a:defRPr>
            </a:lvl5pPr>
            <a:lvl6pPr algn="l">
              <a:defRPr sz="1575" b="0" i="0">
                <a:solidFill>
                  <a:srgbClr val="172331"/>
                </a:solidFill>
                <a:latin typeface="Arial"/>
                <a:ea typeface="Arial"/>
                <a:cs typeface="Arial"/>
              </a:defRPr>
            </a:lvl6pPr>
            <a:lvl7pPr algn="l">
              <a:defRPr sz="1575" b="0" i="0">
                <a:solidFill>
                  <a:srgbClr val="172331"/>
                </a:solidFill>
                <a:latin typeface="Arial"/>
                <a:ea typeface="Arial"/>
                <a:cs typeface="Arial"/>
              </a:defRPr>
            </a:lvl7pPr>
            <a:lvl8pPr algn="l">
              <a:defRPr sz="1575" b="0" i="0">
                <a:solidFill>
                  <a:srgbClr val="172331"/>
                </a:solidFill>
                <a:latin typeface="Arial"/>
                <a:ea typeface="Arial"/>
                <a:cs typeface="Arial"/>
              </a:defRPr>
            </a:lvl8pPr>
            <a:lvl9pPr algn="l">
              <a:defRPr sz="1575" b="0" i="0">
                <a:solidFill>
                  <a:srgbClr val="172331"/>
                </a:solidFill>
                <a:latin typeface="Arial"/>
                <a:ea typeface="Arial"/>
                <a:cs typeface="Arial"/>
              </a:defRPr>
            </a:lvl9pPr>
          </a:lstStyle>
          <a:p>
            <a:pPr algn="l">
              <a:lnSpc>
                <a:spcPct val="106000"/>
              </a:lnSpc>
              <a:buNone/>
              <a:defRPr sz="1575" b="0" i="0">
                <a:solidFill>
                  <a:srgbClr val="172331"/>
                </a:solidFill>
                <a:latin typeface="Arial"/>
                <a:ea typeface="Arial"/>
                <a:cs typeface="Arial"/>
              </a:defRPr>
            </a:pPr>
            <a:r>
              <a:rPr sz="1575" b="0" i="0">
                <a:solidFill>
                  <a:srgbClr val="172331"/>
                </a:solidFill>
                <a:latin typeface="Arial"/>
                <a:ea typeface="Arial"/>
                <a:cs typeface="Arial"/>
              </a:rPr>
              <a:t>[State the strongest alternative view, then respond]</a:t>
            </a:r>
          </a:p>
        </p:txBody>
      </p:sp>
      <p:sp>
        <p:nvSpPr>
          <p:cNvPr id="13" name="argument-rule-2">
            <a:extLst>
              <a:ext uri="{FF2B5EF4-FFF2-40B4-BE49-F238E27FC236}">
                <a16:creationId xmlns:a16="http://schemas.microsoft.com/office/drawing/2014/main" id="{D7E1DBDC-762E-42AC-A173-D4040F53648A}"/>
              </a:ext>
            </a:extLst>
          </p:cNvPr>
          <p:cNvSpPr>
            <a:spLocks noGrp="1"/>
          </p:cNvSpPr>
          <p:nvPr/>
        </p:nvSpPr>
        <p:spPr>
          <a:xfrm>
            <a:off x="4248150" y="3371850"/>
            <a:ext cx="7162800" cy="0"/>
          </a:xfrm>
          <a:prstGeom prst="line">
            <a:avLst/>
          </a:prstGeom>
          <a:noFill/>
          <a:ln w="9525">
            <a:solidFill>
              <a:srgbClr val="D5D0C5"/>
            </a:solidFill>
            <a:prstDash val="solid"/>
          </a:ln>
        </p:spPr>
        <p:txBody>
          <a:bodyPr/>
          <a:lstStyle/>
          <a:p>
            <a:endParaRPr lang="zh-CN" altLang="en-US"/>
          </a:p>
        </p:txBody>
      </p:sp>
      <p:sp>
        <p:nvSpPr>
          <p:cNvPr id="14" name="argument-number-3">
            <a:extLst>
              <a:ext uri="{FF2B5EF4-FFF2-40B4-BE49-F238E27FC236}">
                <a16:creationId xmlns:a16="http://schemas.microsoft.com/office/drawing/2014/main" id="{63A8ADE8-EA3A-4297-90C4-EF010E2B792E}"/>
              </a:ext>
            </a:extLst>
          </p:cNvPr>
          <p:cNvSpPr>
            <a:spLocks noGrp="1"/>
          </p:cNvSpPr>
          <p:nvPr/>
        </p:nvSpPr>
        <p:spPr>
          <a:xfrm>
            <a:off x="4248150" y="3619500"/>
            <a:ext cx="438150" cy="228600"/>
          </a:xfrm>
          <a:prstGeom prst="rect">
            <a:avLst/>
          </a:prstGeom>
          <a:noFill/>
          <a:ln w="0">
            <a:noFill/>
            <a:prstDash val="solid"/>
          </a:ln>
        </p:spPr>
        <p:txBody>
          <a:bodyPr wrap="square" lIns="0" tIns="0" rIns="0" bIns="0" anchor="t">
            <a:noAutofit/>
          </a:bodyPr>
          <a:lstStyle>
            <a:defPPr algn="l">
              <a:defRPr sz="1050" b="1" i="0">
                <a:solidFill>
                  <a:srgbClr val="D85F48"/>
                </a:solidFill>
                <a:latin typeface="Arial"/>
                <a:ea typeface="Arial"/>
                <a:cs typeface="Arial"/>
              </a:defRPr>
            </a:defPPr>
            <a:lvl1pPr algn="l">
              <a:defRPr sz="1050" b="1" i="0">
                <a:solidFill>
                  <a:srgbClr val="D85F48"/>
                </a:solidFill>
                <a:latin typeface="Arial"/>
                <a:ea typeface="Arial"/>
                <a:cs typeface="Arial"/>
              </a:defRPr>
            </a:lvl1pPr>
            <a:lvl2pPr algn="l">
              <a:defRPr sz="1050" b="1" i="0">
                <a:solidFill>
                  <a:srgbClr val="D85F48"/>
                </a:solidFill>
                <a:latin typeface="Arial"/>
                <a:ea typeface="Arial"/>
                <a:cs typeface="Arial"/>
              </a:defRPr>
            </a:lvl2pPr>
            <a:lvl3pPr algn="l">
              <a:defRPr sz="1050" b="1" i="0">
                <a:solidFill>
                  <a:srgbClr val="D85F48"/>
                </a:solidFill>
                <a:latin typeface="Arial"/>
                <a:ea typeface="Arial"/>
                <a:cs typeface="Arial"/>
              </a:defRPr>
            </a:lvl3pPr>
            <a:lvl4pPr algn="l">
              <a:defRPr sz="1050" b="1" i="0">
                <a:solidFill>
                  <a:srgbClr val="D85F48"/>
                </a:solidFill>
                <a:latin typeface="Arial"/>
                <a:ea typeface="Arial"/>
                <a:cs typeface="Arial"/>
              </a:defRPr>
            </a:lvl4pPr>
            <a:lvl5pPr algn="l">
              <a:defRPr sz="1050" b="1" i="0">
                <a:solidFill>
                  <a:srgbClr val="D85F48"/>
                </a:solidFill>
                <a:latin typeface="Arial"/>
                <a:ea typeface="Arial"/>
                <a:cs typeface="Arial"/>
              </a:defRPr>
            </a:lvl5pPr>
            <a:lvl6pPr algn="l">
              <a:defRPr sz="1050" b="1" i="0">
                <a:solidFill>
                  <a:srgbClr val="D85F48"/>
                </a:solidFill>
                <a:latin typeface="Arial"/>
                <a:ea typeface="Arial"/>
                <a:cs typeface="Arial"/>
              </a:defRPr>
            </a:lvl6pPr>
            <a:lvl7pPr algn="l">
              <a:defRPr sz="1050" b="1" i="0">
                <a:solidFill>
                  <a:srgbClr val="D85F48"/>
                </a:solidFill>
                <a:latin typeface="Arial"/>
                <a:ea typeface="Arial"/>
                <a:cs typeface="Arial"/>
              </a:defRPr>
            </a:lvl7pPr>
            <a:lvl8pPr algn="l">
              <a:defRPr sz="1050" b="1" i="0">
                <a:solidFill>
                  <a:srgbClr val="D85F48"/>
                </a:solidFill>
                <a:latin typeface="Arial"/>
                <a:ea typeface="Arial"/>
                <a:cs typeface="Arial"/>
              </a:defRPr>
            </a:lvl8pPr>
            <a:lvl9pPr algn="l">
              <a:defRPr sz="1050" b="1" i="0">
                <a:solidFill>
                  <a:srgbClr val="D85F48"/>
                </a:solidFill>
                <a:latin typeface="Arial"/>
                <a:ea typeface="Arial"/>
                <a:cs typeface="Arial"/>
              </a:defRPr>
            </a:lvl9pPr>
          </a:lstStyle>
          <a:p>
            <a:pPr algn="l">
              <a:lnSpc>
                <a:spcPct val="100000"/>
              </a:lnSpc>
              <a:buNone/>
              <a:defRPr sz="1050" b="1" i="0">
                <a:solidFill>
                  <a:srgbClr val="D85F48"/>
                </a:solidFill>
                <a:latin typeface="Arial"/>
                <a:ea typeface="Arial"/>
                <a:cs typeface="Arial"/>
              </a:defRPr>
            </a:pPr>
            <a:r>
              <a:rPr sz="1050" b="1" i="0">
                <a:solidFill>
                  <a:srgbClr val="D85F48"/>
                </a:solidFill>
                <a:latin typeface="Arial"/>
                <a:ea typeface="Arial"/>
                <a:cs typeface="Arial"/>
              </a:rPr>
              <a:t>03</a:t>
            </a:r>
          </a:p>
        </p:txBody>
      </p:sp>
      <p:sp>
        <p:nvSpPr>
          <p:cNvPr id="15" name="argument-label-3">
            <a:extLst>
              <a:ext uri="{FF2B5EF4-FFF2-40B4-BE49-F238E27FC236}">
                <a16:creationId xmlns:a16="http://schemas.microsoft.com/office/drawing/2014/main" id="{AF5A1DEB-E006-4F1A-9EEF-D6B6EBB2509A}"/>
              </a:ext>
            </a:extLst>
          </p:cNvPr>
          <p:cNvSpPr>
            <a:spLocks noGrp="1"/>
          </p:cNvSpPr>
          <p:nvPr/>
        </p:nvSpPr>
        <p:spPr>
          <a:xfrm>
            <a:off x="4743450" y="3619500"/>
            <a:ext cx="3429000" cy="228600"/>
          </a:xfrm>
          <a:prstGeom prst="rect">
            <a:avLst/>
          </a:prstGeom>
          <a:noFill/>
          <a:ln w="0">
            <a:noFill/>
            <a:prstDash val="solid"/>
          </a:ln>
        </p:spPr>
        <p:txBody>
          <a:bodyPr wrap="square" lIns="0" tIns="0" rIns="0" bIns="0" anchor="t">
            <a:noAutofit/>
          </a:bodyPr>
          <a:lstStyle>
            <a:defPPr algn="l">
              <a:defRPr sz="900" b="1" i="0">
                <a:solidFill>
                  <a:srgbClr val="47756E"/>
                </a:solidFill>
                <a:latin typeface="Arial"/>
                <a:ea typeface="Arial"/>
                <a:cs typeface="Arial"/>
              </a:defRPr>
            </a:defPPr>
            <a:lvl1pPr algn="l">
              <a:defRPr sz="900" b="1" i="0">
                <a:solidFill>
                  <a:srgbClr val="47756E"/>
                </a:solidFill>
                <a:latin typeface="Arial"/>
                <a:ea typeface="Arial"/>
                <a:cs typeface="Arial"/>
              </a:defRPr>
            </a:lvl1pPr>
            <a:lvl2pPr algn="l">
              <a:defRPr sz="900" b="1" i="0">
                <a:solidFill>
                  <a:srgbClr val="47756E"/>
                </a:solidFill>
                <a:latin typeface="Arial"/>
                <a:ea typeface="Arial"/>
                <a:cs typeface="Arial"/>
              </a:defRPr>
            </a:lvl2pPr>
            <a:lvl3pPr algn="l">
              <a:defRPr sz="900" b="1" i="0">
                <a:solidFill>
                  <a:srgbClr val="47756E"/>
                </a:solidFill>
                <a:latin typeface="Arial"/>
                <a:ea typeface="Arial"/>
                <a:cs typeface="Arial"/>
              </a:defRPr>
            </a:lvl3pPr>
            <a:lvl4pPr algn="l">
              <a:defRPr sz="900" b="1" i="0">
                <a:solidFill>
                  <a:srgbClr val="47756E"/>
                </a:solidFill>
                <a:latin typeface="Arial"/>
                <a:ea typeface="Arial"/>
                <a:cs typeface="Arial"/>
              </a:defRPr>
            </a:lvl4pPr>
            <a:lvl5pPr algn="l">
              <a:defRPr sz="900" b="1" i="0">
                <a:solidFill>
                  <a:srgbClr val="47756E"/>
                </a:solidFill>
                <a:latin typeface="Arial"/>
                <a:ea typeface="Arial"/>
                <a:cs typeface="Arial"/>
              </a:defRPr>
            </a:lvl5pPr>
            <a:lvl6pPr algn="l">
              <a:defRPr sz="900" b="1" i="0">
                <a:solidFill>
                  <a:srgbClr val="47756E"/>
                </a:solidFill>
                <a:latin typeface="Arial"/>
                <a:ea typeface="Arial"/>
                <a:cs typeface="Arial"/>
              </a:defRPr>
            </a:lvl6pPr>
            <a:lvl7pPr algn="l">
              <a:defRPr sz="900" b="1" i="0">
                <a:solidFill>
                  <a:srgbClr val="47756E"/>
                </a:solidFill>
                <a:latin typeface="Arial"/>
                <a:ea typeface="Arial"/>
                <a:cs typeface="Arial"/>
              </a:defRPr>
            </a:lvl7pPr>
            <a:lvl8pPr algn="l">
              <a:defRPr sz="900" b="1" i="0">
                <a:solidFill>
                  <a:srgbClr val="47756E"/>
                </a:solidFill>
                <a:latin typeface="Arial"/>
                <a:ea typeface="Arial"/>
                <a:cs typeface="Arial"/>
              </a:defRPr>
            </a:lvl8pPr>
            <a:lvl9pPr algn="l">
              <a:defRPr sz="900" b="1" i="0">
                <a:solidFill>
                  <a:srgbClr val="47756E"/>
                </a:solidFill>
                <a:latin typeface="Arial"/>
                <a:ea typeface="Arial"/>
                <a:cs typeface="Arial"/>
              </a:defRPr>
            </a:lvl9pPr>
          </a:lstStyle>
          <a:p>
            <a:pPr algn="l">
              <a:lnSpc>
                <a:spcPct val="100000"/>
              </a:lnSpc>
              <a:buNone/>
              <a:defRPr sz="900" b="1" i="0">
                <a:solidFill>
                  <a:srgbClr val="47756E"/>
                </a:solidFill>
                <a:latin typeface="Arial"/>
                <a:ea typeface="Arial"/>
                <a:cs typeface="Arial"/>
              </a:defRPr>
            </a:pPr>
            <a:r>
              <a:rPr sz="900" b="1" i="0">
                <a:solidFill>
                  <a:srgbClr val="47756E"/>
                </a:solidFill>
                <a:latin typeface="Arial"/>
                <a:ea typeface="Arial"/>
                <a:cs typeface="Arial"/>
              </a:rPr>
              <a:t>RECOMMENDATION</a:t>
            </a:r>
          </a:p>
        </p:txBody>
      </p:sp>
      <p:sp>
        <p:nvSpPr>
          <p:cNvPr id="16" name="argument-content-3">
            <a:extLst>
              <a:ext uri="{FF2B5EF4-FFF2-40B4-BE49-F238E27FC236}">
                <a16:creationId xmlns:a16="http://schemas.microsoft.com/office/drawing/2014/main" id="{86D93BD1-CDC2-4D6E-BC91-B3C54E0B2819}"/>
              </a:ext>
            </a:extLst>
          </p:cNvPr>
          <p:cNvSpPr>
            <a:spLocks noGrp="1"/>
          </p:cNvSpPr>
          <p:nvPr/>
        </p:nvSpPr>
        <p:spPr>
          <a:xfrm>
            <a:off x="4743450" y="3943350"/>
            <a:ext cx="6667500" cy="781050"/>
          </a:xfrm>
          <a:prstGeom prst="rect">
            <a:avLst/>
          </a:prstGeom>
          <a:noFill/>
          <a:ln w="0">
            <a:noFill/>
            <a:prstDash val="solid"/>
          </a:ln>
        </p:spPr>
        <p:txBody>
          <a:bodyPr wrap="square" lIns="0" tIns="0" rIns="0" bIns="0" anchor="t">
            <a:noAutofit/>
          </a:bodyPr>
          <a:lstStyle>
            <a:defPPr algn="l">
              <a:defRPr sz="1575" b="0" i="0">
                <a:solidFill>
                  <a:srgbClr val="172331"/>
                </a:solidFill>
                <a:latin typeface="Arial"/>
                <a:ea typeface="Arial"/>
                <a:cs typeface="Arial"/>
              </a:defRPr>
            </a:defPPr>
            <a:lvl1pPr algn="l">
              <a:defRPr sz="1575" b="0" i="0">
                <a:solidFill>
                  <a:srgbClr val="172331"/>
                </a:solidFill>
                <a:latin typeface="Arial"/>
                <a:ea typeface="Arial"/>
                <a:cs typeface="Arial"/>
              </a:defRPr>
            </a:lvl1pPr>
            <a:lvl2pPr algn="l">
              <a:defRPr sz="1575" b="0" i="0">
                <a:solidFill>
                  <a:srgbClr val="172331"/>
                </a:solidFill>
                <a:latin typeface="Arial"/>
                <a:ea typeface="Arial"/>
                <a:cs typeface="Arial"/>
              </a:defRPr>
            </a:lvl2pPr>
            <a:lvl3pPr algn="l">
              <a:defRPr sz="1575" b="0" i="0">
                <a:solidFill>
                  <a:srgbClr val="172331"/>
                </a:solidFill>
                <a:latin typeface="Arial"/>
                <a:ea typeface="Arial"/>
                <a:cs typeface="Arial"/>
              </a:defRPr>
            </a:lvl3pPr>
            <a:lvl4pPr algn="l">
              <a:defRPr sz="1575" b="0" i="0">
                <a:solidFill>
                  <a:srgbClr val="172331"/>
                </a:solidFill>
                <a:latin typeface="Arial"/>
                <a:ea typeface="Arial"/>
                <a:cs typeface="Arial"/>
              </a:defRPr>
            </a:lvl4pPr>
            <a:lvl5pPr algn="l">
              <a:defRPr sz="1575" b="0" i="0">
                <a:solidFill>
                  <a:srgbClr val="172331"/>
                </a:solidFill>
                <a:latin typeface="Arial"/>
                <a:ea typeface="Arial"/>
                <a:cs typeface="Arial"/>
              </a:defRPr>
            </a:lvl5pPr>
            <a:lvl6pPr algn="l">
              <a:defRPr sz="1575" b="0" i="0">
                <a:solidFill>
                  <a:srgbClr val="172331"/>
                </a:solidFill>
                <a:latin typeface="Arial"/>
                <a:ea typeface="Arial"/>
                <a:cs typeface="Arial"/>
              </a:defRPr>
            </a:lvl6pPr>
            <a:lvl7pPr algn="l">
              <a:defRPr sz="1575" b="0" i="0">
                <a:solidFill>
                  <a:srgbClr val="172331"/>
                </a:solidFill>
                <a:latin typeface="Arial"/>
                <a:ea typeface="Arial"/>
                <a:cs typeface="Arial"/>
              </a:defRPr>
            </a:lvl7pPr>
            <a:lvl8pPr algn="l">
              <a:defRPr sz="1575" b="0" i="0">
                <a:solidFill>
                  <a:srgbClr val="172331"/>
                </a:solidFill>
                <a:latin typeface="Arial"/>
                <a:ea typeface="Arial"/>
                <a:cs typeface="Arial"/>
              </a:defRPr>
            </a:lvl8pPr>
            <a:lvl9pPr algn="l">
              <a:defRPr sz="1575" b="0" i="0">
                <a:solidFill>
                  <a:srgbClr val="172331"/>
                </a:solidFill>
                <a:latin typeface="Arial"/>
                <a:ea typeface="Arial"/>
                <a:cs typeface="Arial"/>
              </a:defRPr>
            </a:lvl9pPr>
          </a:lstStyle>
          <a:p>
            <a:pPr algn="l">
              <a:lnSpc>
                <a:spcPct val="106000"/>
              </a:lnSpc>
              <a:buNone/>
              <a:defRPr sz="1575" b="0" i="0">
                <a:solidFill>
                  <a:srgbClr val="172331"/>
                </a:solidFill>
                <a:latin typeface="Arial"/>
                <a:ea typeface="Arial"/>
                <a:cs typeface="Arial"/>
              </a:defRPr>
            </a:pPr>
            <a:r>
              <a:rPr sz="1575" b="0" i="0">
                <a:solidFill>
                  <a:srgbClr val="172331"/>
                </a:solidFill>
                <a:latin typeface="Arial"/>
                <a:ea typeface="Arial"/>
                <a:cs typeface="Arial"/>
              </a:rPr>
              <a:t>[Name the actor and the specific action you recommend]</a:t>
            </a:r>
          </a:p>
        </p:txBody>
      </p:sp>
      <p:sp>
        <p:nvSpPr>
          <p:cNvPr id="17" name="argument-rule-3">
            <a:extLst>
              <a:ext uri="{FF2B5EF4-FFF2-40B4-BE49-F238E27FC236}">
                <a16:creationId xmlns:a16="http://schemas.microsoft.com/office/drawing/2014/main" id="{4FE944B1-596B-4C5A-9550-55ACD8DB8022}"/>
              </a:ext>
            </a:extLst>
          </p:cNvPr>
          <p:cNvSpPr>
            <a:spLocks noGrp="1"/>
          </p:cNvSpPr>
          <p:nvPr/>
        </p:nvSpPr>
        <p:spPr>
          <a:xfrm>
            <a:off x="4248150" y="4857750"/>
            <a:ext cx="7162800" cy="0"/>
          </a:xfrm>
          <a:prstGeom prst="line">
            <a:avLst/>
          </a:prstGeom>
          <a:noFill/>
          <a:ln w="9525">
            <a:solidFill>
              <a:srgbClr val="D5D0C5"/>
            </a:solidFill>
            <a:prstDash val="solid"/>
          </a:ln>
        </p:spPr>
        <p:txBody>
          <a:bodyPr/>
          <a:lstStyle/>
          <a:p>
            <a:endParaRPr lang="zh-CN" altLang="en-US"/>
          </a:p>
        </p:txBody>
      </p:sp>
      <p:sp>
        <p:nvSpPr>
          <p:cNvPr id="18" name="argument-number-4">
            <a:extLst>
              <a:ext uri="{FF2B5EF4-FFF2-40B4-BE49-F238E27FC236}">
                <a16:creationId xmlns:a16="http://schemas.microsoft.com/office/drawing/2014/main" id="{CD401517-CD12-41C3-9E22-AAEA9014BB7C}"/>
              </a:ext>
            </a:extLst>
          </p:cNvPr>
          <p:cNvSpPr>
            <a:spLocks noGrp="1"/>
          </p:cNvSpPr>
          <p:nvPr/>
        </p:nvSpPr>
        <p:spPr>
          <a:xfrm>
            <a:off x="4248150" y="5105400"/>
            <a:ext cx="438150" cy="228600"/>
          </a:xfrm>
          <a:prstGeom prst="rect">
            <a:avLst/>
          </a:prstGeom>
          <a:noFill/>
          <a:ln w="0">
            <a:noFill/>
            <a:prstDash val="solid"/>
          </a:ln>
        </p:spPr>
        <p:txBody>
          <a:bodyPr wrap="square" lIns="0" tIns="0" rIns="0" bIns="0" anchor="t">
            <a:noAutofit/>
          </a:bodyPr>
          <a:lstStyle>
            <a:defPPr algn="l">
              <a:defRPr sz="1050" b="1" i="0">
                <a:solidFill>
                  <a:srgbClr val="D85F48"/>
                </a:solidFill>
                <a:latin typeface="Arial"/>
                <a:ea typeface="Arial"/>
                <a:cs typeface="Arial"/>
              </a:defRPr>
            </a:defPPr>
            <a:lvl1pPr algn="l">
              <a:defRPr sz="1050" b="1" i="0">
                <a:solidFill>
                  <a:srgbClr val="D85F48"/>
                </a:solidFill>
                <a:latin typeface="Arial"/>
                <a:ea typeface="Arial"/>
                <a:cs typeface="Arial"/>
              </a:defRPr>
            </a:lvl1pPr>
            <a:lvl2pPr algn="l">
              <a:defRPr sz="1050" b="1" i="0">
                <a:solidFill>
                  <a:srgbClr val="D85F48"/>
                </a:solidFill>
                <a:latin typeface="Arial"/>
                <a:ea typeface="Arial"/>
                <a:cs typeface="Arial"/>
              </a:defRPr>
            </a:lvl2pPr>
            <a:lvl3pPr algn="l">
              <a:defRPr sz="1050" b="1" i="0">
                <a:solidFill>
                  <a:srgbClr val="D85F48"/>
                </a:solidFill>
                <a:latin typeface="Arial"/>
                <a:ea typeface="Arial"/>
                <a:cs typeface="Arial"/>
              </a:defRPr>
            </a:lvl3pPr>
            <a:lvl4pPr algn="l">
              <a:defRPr sz="1050" b="1" i="0">
                <a:solidFill>
                  <a:srgbClr val="D85F48"/>
                </a:solidFill>
                <a:latin typeface="Arial"/>
                <a:ea typeface="Arial"/>
                <a:cs typeface="Arial"/>
              </a:defRPr>
            </a:lvl4pPr>
            <a:lvl5pPr algn="l">
              <a:defRPr sz="1050" b="1" i="0">
                <a:solidFill>
                  <a:srgbClr val="D85F48"/>
                </a:solidFill>
                <a:latin typeface="Arial"/>
                <a:ea typeface="Arial"/>
                <a:cs typeface="Arial"/>
              </a:defRPr>
            </a:lvl5pPr>
            <a:lvl6pPr algn="l">
              <a:defRPr sz="1050" b="1" i="0">
                <a:solidFill>
                  <a:srgbClr val="D85F48"/>
                </a:solidFill>
                <a:latin typeface="Arial"/>
                <a:ea typeface="Arial"/>
                <a:cs typeface="Arial"/>
              </a:defRPr>
            </a:lvl6pPr>
            <a:lvl7pPr algn="l">
              <a:defRPr sz="1050" b="1" i="0">
                <a:solidFill>
                  <a:srgbClr val="D85F48"/>
                </a:solidFill>
                <a:latin typeface="Arial"/>
                <a:ea typeface="Arial"/>
                <a:cs typeface="Arial"/>
              </a:defRPr>
            </a:lvl7pPr>
            <a:lvl8pPr algn="l">
              <a:defRPr sz="1050" b="1" i="0">
                <a:solidFill>
                  <a:srgbClr val="D85F48"/>
                </a:solidFill>
                <a:latin typeface="Arial"/>
                <a:ea typeface="Arial"/>
                <a:cs typeface="Arial"/>
              </a:defRPr>
            </a:lvl8pPr>
            <a:lvl9pPr algn="l">
              <a:defRPr sz="1050" b="1" i="0">
                <a:solidFill>
                  <a:srgbClr val="D85F48"/>
                </a:solidFill>
                <a:latin typeface="Arial"/>
                <a:ea typeface="Arial"/>
                <a:cs typeface="Arial"/>
              </a:defRPr>
            </a:lvl9pPr>
          </a:lstStyle>
          <a:p>
            <a:pPr algn="l">
              <a:lnSpc>
                <a:spcPct val="100000"/>
              </a:lnSpc>
              <a:buNone/>
              <a:defRPr sz="1050" b="1" i="0">
                <a:solidFill>
                  <a:srgbClr val="D85F48"/>
                </a:solidFill>
                <a:latin typeface="Arial"/>
                <a:ea typeface="Arial"/>
                <a:cs typeface="Arial"/>
              </a:defRPr>
            </a:pPr>
            <a:r>
              <a:rPr sz="1050" b="1" i="0">
                <a:solidFill>
                  <a:srgbClr val="D85F48"/>
                </a:solidFill>
                <a:latin typeface="Arial"/>
                <a:ea typeface="Arial"/>
                <a:cs typeface="Arial"/>
              </a:rPr>
              <a:t>04</a:t>
            </a:r>
          </a:p>
        </p:txBody>
      </p:sp>
      <p:sp>
        <p:nvSpPr>
          <p:cNvPr id="19" name="argument-label-4">
            <a:extLst>
              <a:ext uri="{FF2B5EF4-FFF2-40B4-BE49-F238E27FC236}">
                <a16:creationId xmlns:a16="http://schemas.microsoft.com/office/drawing/2014/main" id="{365279C7-FEBC-48C4-A9A6-33AF35F9C5E9}"/>
              </a:ext>
            </a:extLst>
          </p:cNvPr>
          <p:cNvSpPr>
            <a:spLocks noGrp="1"/>
          </p:cNvSpPr>
          <p:nvPr/>
        </p:nvSpPr>
        <p:spPr>
          <a:xfrm>
            <a:off x="4743450" y="5105400"/>
            <a:ext cx="3429000" cy="228600"/>
          </a:xfrm>
          <a:prstGeom prst="rect">
            <a:avLst/>
          </a:prstGeom>
          <a:noFill/>
          <a:ln w="0">
            <a:noFill/>
            <a:prstDash val="solid"/>
          </a:ln>
        </p:spPr>
        <p:txBody>
          <a:bodyPr wrap="square" lIns="0" tIns="0" rIns="0" bIns="0" anchor="t">
            <a:noAutofit/>
          </a:bodyPr>
          <a:lstStyle>
            <a:defPPr algn="l">
              <a:defRPr sz="900" b="1" i="0">
                <a:solidFill>
                  <a:srgbClr val="47756E"/>
                </a:solidFill>
                <a:latin typeface="Arial"/>
                <a:ea typeface="Arial"/>
                <a:cs typeface="Arial"/>
              </a:defRPr>
            </a:defPPr>
            <a:lvl1pPr algn="l">
              <a:defRPr sz="900" b="1" i="0">
                <a:solidFill>
                  <a:srgbClr val="47756E"/>
                </a:solidFill>
                <a:latin typeface="Arial"/>
                <a:ea typeface="Arial"/>
                <a:cs typeface="Arial"/>
              </a:defRPr>
            </a:lvl1pPr>
            <a:lvl2pPr algn="l">
              <a:defRPr sz="900" b="1" i="0">
                <a:solidFill>
                  <a:srgbClr val="47756E"/>
                </a:solidFill>
                <a:latin typeface="Arial"/>
                <a:ea typeface="Arial"/>
                <a:cs typeface="Arial"/>
              </a:defRPr>
            </a:lvl2pPr>
            <a:lvl3pPr algn="l">
              <a:defRPr sz="900" b="1" i="0">
                <a:solidFill>
                  <a:srgbClr val="47756E"/>
                </a:solidFill>
                <a:latin typeface="Arial"/>
                <a:ea typeface="Arial"/>
                <a:cs typeface="Arial"/>
              </a:defRPr>
            </a:lvl3pPr>
            <a:lvl4pPr algn="l">
              <a:defRPr sz="900" b="1" i="0">
                <a:solidFill>
                  <a:srgbClr val="47756E"/>
                </a:solidFill>
                <a:latin typeface="Arial"/>
                <a:ea typeface="Arial"/>
                <a:cs typeface="Arial"/>
              </a:defRPr>
            </a:lvl4pPr>
            <a:lvl5pPr algn="l">
              <a:defRPr sz="900" b="1" i="0">
                <a:solidFill>
                  <a:srgbClr val="47756E"/>
                </a:solidFill>
                <a:latin typeface="Arial"/>
                <a:ea typeface="Arial"/>
                <a:cs typeface="Arial"/>
              </a:defRPr>
            </a:lvl5pPr>
            <a:lvl6pPr algn="l">
              <a:defRPr sz="900" b="1" i="0">
                <a:solidFill>
                  <a:srgbClr val="47756E"/>
                </a:solidFill>
                <a:latin typeface="Arial"/>
                <a:ea typeface="Arial"/>
                <a:cs typeface="Arial"/>
              </a:defRPr>
            </a:lvl6pPr>
            <a:lvl7pPr algn="l">
              <a:defRPr sz="900" b="1" i="0">
                <a:solidFill>
                  <a:srgbClr val="47756E"/>
                </a:solidFill>
                <a:latin typeface="Arial"/>
                <a:ea typeface="Arial"/>
                <a:cs typeface="Arial"/>
              </a:defRPr>
            </a:lvl7pPr>
            <a:lvl8pPr algn="l">
              <a:defRPr sz="900" b="1" i="0">
                <a:solidFill>
                  <a:srgbClr val="47756E"/>
                </a:solidFill>
                <a:latin typeface="Arial"/>
                <a:ea typeface="Arial"/>
                <a:cs typeface="Arial"/>
              </a:defRPr>
            </a:lvl8pPr>
            <a:lvl9pPr algn="l">
              <a:defRPr sz="900" b="1" i="0">
                <a:solidFill>
                  <a:srgbClr val="47756E"/>
                </a:solidFill>
                <a:latin typeface="Arial"/>
                <a:ea typeface="Arial"/>
                <a:cs typeface="Arial"/>
              </a:defRPr>
            </a:lvl9pPr>
          </a:lstStyle>
          <a:p>
            <a:pPr algn="l">
              <a:lnSpc>
                <a:spcPct val="100000"/>
              </a:lnSpc>
              <a:buNone/>
              <a:defRPr sz="900" b="1" i="0">
                <a:solidFill>
                  <a:srgbClr val="47756E"/>
                </a:solidFill>
                <a:latin typeface="Arial"/>
                <a:ea typeface="Arial"/>
                <a:cs typeface="Arial"/>
              </a:defRPr>
            </a:pPr>
            <a:r>
              <a:rPr sz="900" b="1" i="0">
                <a:solidFill>
                  <a:srgbClr val="47756E"/>
                </a:solidFill>
                <a:latin typeface="Arial"/>
                <a:ea typeface="Arial"/>
                <a:cs typeface="Arial"/>
              </a:rPr>
              <a:t>LIMIT</a:t>
            </a:r>
          </a:p>
        </p:txBody>
      </p:sp>
      <p:sp>
        <p:nvSpPr>
          <p:cNvPr id="20" name="argument-content-4">
            <a:extLst>
              <a:ext uri="{FF2B5EF4-FFF2-40B4-BE49-F238E27FC236}">
                <a16:creationId xmlns:a16="http://schemas.microsoft.com/office/drawing/2014/main" id="{22A8AD59-BF51-4BF8-AD15-42E77027D803}"/>
              </a:ext>
            </a:extLst>
          </p:cNvPr>
          <p:cNvSpPr>
            <a:spLocks noGrp="1"/>
          </p:cNvSpPr>
          <p:nvPr/>
        </p:nvSpPr>
        <p:spPr>
          <a:xfrm>
            <a:off x="4743450" y="5429250"/>
            <a:ext cx="6667500" cy="781050"/>
          </a:xfrm>
          <a:prstGeom prst="rect">
            <a:avLst/>
          </a:prstGeom>
          <a:noFill/>
          <a:ln w="0">
            <a:noFill/>
            <a:prstDash val="solid"/>
          </a:ln>
        </p:spPr>
        <p:txBody>
          <a:bodyPr wrap="square" lIns="0" tIns="0" rIns="0" bIns="0" anchor="t">
            <a:noAutofit/>
          </a:bodyPr>
          <a:lstStyle>
            <a:defPPr algn="l">
              <a:defRPr sz="1575" b="0" i="0">
                <a:solidFill>
                  <a:srgbClr val="172331"/>
                </a:solidFill>
                <a:latin typeface="Arial"/>
                <a:ea typeface="Arial"/>
                <a:cs typeface="Arial"/>
              </a:defRPr>
            </a:defPPr>
            <a:lvl1pPr algn="l">
              <a:defRPr sz="1575" b="0" i="0">
                <a:solidFill>
                  <a:srgbClr val="172331"/>
                </a:solidFill>
                <a:latin typeface="Arial"/>
                <a:ea typeface="Arial"/>
                <a:cs typeface="Arial"/>
              </a:defRPr>
            </a:lvl1pPr>
            <a:lvl2pPr algn="l">
              <a:defRPr sz="1575" b="0" i="0">
                <a:solidFill>
                  <a:srgbClr val="172331"/>
                </a:solidFill>
                <a:latin typeface="Arial"/>
                <a:ea typeface="Arial"/>
                <a:cs typeface="Arial"/>
              </a:defRPr>
            </a:lvl2pPr>
            <a:lvl3pPr algn="l">
              <a:defRPr sz="1575" b="0" i="0">
                <a:solidFill>
                  <a:srgbClr val="172331"/>
                </a:solidFill>
                <a:latin typeface="Arial"/>
                <a:ea typeface="Arial"/>
                <a:cs typeface="Arial"/>
              </a:defRPr>
            </a:lvl3pPr>
            <a:lvl4pPr algn="l">
              <a:defRPr sz="1575" b="0" i="0">
                <a:solidFill>
                  <a:srgbClr val="172331"/>
                </a:solidFill>
                <a:latin typeface="Arial"/>
                <a:ea typeface="Arial"/>
                <a:cs typeface="Arial"/>
              </a:defRPr>
            </a:lvl4pPr>
            <a:lvl5pPr algn="l">
              <a:defRPr sz="1575" b="0" i="0">
                <a:solidFill>
                  <a:srgbClr val="172331"/>
                </a:solidFill>
                <a:latin typeface="Arial"/>
                <a:ea typeface="Arial"/>
                <a:cs typeface="Arial"/>
              </a:defRPr>
            </a:lvl5pPr>
            <a:lvl6pPr algn="l">
              <a:defRPr sz="1575" b="0" i="0">
                <a:solidFill>
                  <a:srgbClr val="172331"/>
                </a:solidFill>
                <a:latin typeface="Arial"/>
                <a:ea typeface="Arial"/>
                <a:cs typeface="Arial"/>
              </a:defRPr>
            </a:lvl6pPr>
            <a:lvl7pPr algn="l">
              <a:defRPr sz="1575" b="0" i="0">
                <a:solidFill>
                  <a:srgbClr val="172331"/>
                </a:solidFill>
                <a:latin typeface="Arial"/>
                <a:ea typeface="Arial"/>
                <a:cs typeface="Arial"/>
              </a:defRPr>
            </a:lvl7pPr>
            <a:lvl8pPr algn="l">
              <a:defRPr sz="1575" b="0" i="0">
                <a:solidFill>
                  <a:srgbClr val="172331"/>
                </a:solidFill>
                <a:latin typeface="Arial"/>
                <a:ea typeface="Arial"/>
                <a:cs typeface="Arial"/>
              </a:defRPr>
            </a:lvl8pPr>
            <a:lvl9pPr algn="l">
              <a:defRPr sz="1575" b="0" i="0">
                <a:solidFill>
                  <a:srgbClr val="172331"/>
                </a:solidFill>
                <a:latin typeface="Arial"/>
                <a:ea typeface="Arial"/>
                <a:cs typeface="Arial"/>
              </a:defRPr>
            </a:lvl9pPr>
          </a:lstStyle>
          <a:p>
            <a:pPr algn="l">
              <a:lnSpc>
                <a:spcPct val="106000"/>
              </a:lnSpc>
              <a:buNone/>
              <a:defRPr sz="1575" b="0" i="0">
                <a:solidFill>
                  <a:srgbClr val="172331"/>
                </a:solidFill>
                <a:latin typeface="Arial"/>
                <a:ea typeface="Arial"/>
                <a:cs typeface="Arial"/>
              </a:defRPr>
            </a:pPr>
            <a:r>
              <a:rPr sz="1575" b="0" i="0">
                <a:solidFill>
                  <a:srgbClr val="172331"/>
                </a:solidFill>
                <a:latin typeface="Arial"/>
                <a:ea typeface="Arial"/>
                <a:cs typeface="Arial"/>
              </a:rPr>
              <a:t>[Acknowledge a cost, limitation or unresolved uncertainty]</a:t>
            </a:r>
          </a:p>
        </p:txBody>
      </p:sp>
      <p:sp>
        <p:nvSpPr>
          <p:cNvPr id="21" name="footer-left-3">
            <a:extLst>
              <a:ext uri="{FF2B5EF4-FFF2-40B4-BE49-F238E27FC236}">
                <a16:creationId xmlns:a16="http://schemas.microsoft.com/office/drawing/2014/main" id="{F8A6ABDD-7EC9-4FB5-A740-5CE03E3AB696}"/>
              </a:ext>
            </a:extLst>
          </p:cNvPr>
          <p:cNvSpPr>
            <a:spLocks noGrp="1"/>
          </p:cNvSpPr>
          <p:nvPr/>
        </p:nvSpPr>
        <p:spPr>
          <a:xfrm>
            <a:off x="571500" y="6486525"/>
            <a:ext cx="2381250" cy="190500"/>
          </a:xfrm>
          <a:prstGeom prst="rect">
            <a:avLst/>
          </a:prstGeom>
          <a:noFill/>
          <a:ln w="0">
            <a:noFill/>
            <a:prstDash val="solid"/>
          </a:ln>
        </p:spPr>
        <p:txBody>
          <a:bodyPr wrap="square" lIns="0" tIns="0" rIns="0" bIns="0" anchor="t">
            <a:noAutofit/>
          </a:bodyPr>
          <a:lstStyle>
            <a:defPPr algn="l">
              <a:defRPr sz="750" b="0" i="0">
                <a:solidFill>
                  <a:srgbClr val="AAB4BA"/>
                </a:solidFill>
                <a:latin typeface="Arial"/>
                <a:ea typeface="Arial"/>
                <a:cs typeface="Arial"/>
              </a:defRPr>
            </a:defPPr>
            <a:lvl1pPr algn="l">
              <a:defRPr sz="750" b="0" i="0">
                <a:solidFill>
                  <a:srgbClr val="AAB4BA"/>
                </a:solidFill>
                <a:latin typeface="Arial"/>
                <a:ea typeface="Arial"/>
                <a:cs typeface="Arial"/>
              </a:defRPr>
            </a:lvl1pPr>
            <a:lvl2pPr algn="l">
              <a:defRPr sz="750" b="0" i="0">
                <a:solidFill>
                  <a:srgbClr val="AAB4BA"/>
                </a:solidFill>
                <a:latin typeface="Arial"/>
                <a:ea typeface="Arial"/>
                <a:cs typeface="Arial"/>
              </a:defRPr>
            </a:lvl2pPr>
            <a:lvl3pPr algn="l">
              <a:defRPr sz="750" b="0" i="0">
                <a:solidFill>
                  <a:srgbClr val="AAB4BA"/>
                </a:solidFill>
                <a:latin typeface="Arial"/>
                <a:ea typeface="Arial"/>
                <a:cs typeface="Arial"/>
              </a:defRPr>
            </a:lvl3pPr>
            <a:lvl4pPr algn="l">
              <a:defRPr sz="750" b="0" i="0">
                <a:solidFill>
                  <a:srgbClr val="AAB4BA"/>
                </a:solidFill>
                <a:latin typeface="Arial"/>
                <a:ea typeface="Arial"/>
                <a:cs typeface="Arial"/>
              </a:defRPr>
            </a:lvl4pPr>
            <a:lvl5pPr algn="l">
              <a:defRPr sz="750" b="0" i="0">
                <a:solidFill>
                  <a:srgbClr val="AAB4BA"/>
                </a:solidFill>
                <a:latin typeface="Arial"/>
                <a:ea typeface="Arial"/>
                <a:cs typeface="Arial"/>
              </a:defRPr>
            </a:lvl5pPr>
            <a:lvl6pPr algn="l">
              <a:defRPr sz="750" b="0" i="0">
                <a:solidFill>
                  <a:srgbClr val="AAB4BA"/>
                </a:solidFill>
                <a:latin typeface="Arial"/>
                <a:ea typeface="Arial"/>
                <a:cs typeface="Arial"/>
              </a:defRPr>
            </a:lvl6pPr>
            <a:lvl7pPr algn="l">
              <a:defRPr sz="750" b="0" i="0">
                <a:solidFill>
                  <a:srgbClr val="AAB4BA"/>
                </a:solidFill>
                <a:latin typeface="Arial"/>
                <a:ea typeface="Arial"/>
                <a:cs typeface="Arial"/>
              </a:defRPr>
            </a:lvl7pPr>
            <a:lvl8pPr algn="l">
              <a:defRPr sz="750" b="0" i="0">
                <a:solidFill>
                  <a:srgbClr val="AAB4BA"/>
                </a:solidFill>
                <a:latin typeface="Arial"/>
                <a:ea typeface="Arial"/>
                <a:cs typeface="Arial"/>
              </a:defRPr>
            </a:lvl8pPr>
            <a:lvl9pPr algn="l">
              <a:defRPr sz="750" b="0" i="0">
                <a:solidFill>
                  <a:srgbClr val="AAB4BA"/>
                </a:solidFill>
                <a:latin typeface="Arial"/>
                <a:ea typeface="Arial"/>
                <a:cs typeface="Arial"/>
              </a:defRPr>
            </a:lvl9pPr>
          </a:lstStyle>
          <a:p>
            <a:pPr algn="l">
              <a:lnSpc>
                <a:spcPct val="100000"/>
              </a:lnSpc>
              <a:buNone/>
              <a:defRPr sz="750" b="0" i="0">
                <a:solidFill>
                  <a:srgbClr val="AAB4BA"/>
                </a:solidFill>
                <a:latin typeface="Arial"/>
                <a:ea typeface="Arial"/>
                <a:cs typeface="Arial"/>
              </a:defRPr>
            </a:pPr>
            <a:r>
              <a:rPr sz="750" b="0" i="0">
                <a:solidFill>
                  <a:srgbClr val="AAB4BA"/>
                </a:solidFill>
                <a:latin typeface="Arial"/>
                <a:ea typeface="Arial"/>
                <a:cs typeface="Arial"/>
              </a:rPr>
              <a:t>LAYOUT REFERENCE</a:t>
            </a:r>
          </a:p>
        </p:txBody>
      </p:sp>
      <p:sp>
        <p:nvSpPr>
          <p:cNvPr id="22" name="footer-page-3">
            <a:extLst>
              <a:ext uri="{FF2B5EF4-FFF2-40B4-BE49-F238E27FC236}">
                <a16:creationId xmlns:a16="http://schemas.microsoft.com/office/drawing/2014/main" id="{9C45B26C-670A-4208-80ED-C7B85C6559FA}"/>
              </a:ext>
            </a:extLst>
          </p:cNvPr>
          <p:cNvSpPr>
            <a:spLocks noGrp="1"/>
          </p:cNvSpPr>
          <p:nvPr/>
        </p:nvSpPr>
        <p:spPr>
          <a:xfrm>
            <a:off x="11220450" y="6467475"/>
            <a:ext cx="285750" cy="209550"/>
          </a:xfrm>
          <a:prstGeom prst="rect">
            <a:avLst/>
          </a:prstGeom>
          <a:noFill/>
          <a:ln w="0">
            <a:noFill/>
            <a:prstDash val="solid"/>
          </a:ln>
        </p:spPr>
        <p:txBody>
          <a:bodyPr wrap="square" lIns="0" tIns="0" rIns="0" bIns="0" anchor="t">
            <a:noAutofit/>
          </a:bodyPr>
          <a:lstStyle>
            <a:defPPr algn="r">
              <a:defRPr sz="825" b="0" i="0">
                <a:solidFill>
                  <a:srgbClr val="5B6570"/>
                </a:solidFill>
                <a:latin typeface="Arial"/>
                <a:ea typeface="Arial"/>
                <a:cs typeface="Arial"/>
              </a:defRPr>
            </a:defPPr>
            <a:lvl1pPr algn="r">
              <a:defRPr sz="825" b="0" i="0">
                <a:solidFill>
                  <a:srgbClr val="5B6570"/>
                </a:solidFill>
                <a:latin typeface="Arial"/>
                <a:ea typeface="Arial"/>
                <a:cs typeface="Arial"/>
              </a:defRPr>
            </a:lvl1pPr>
            <a:lvl2pPr algn="r">
              <a:defRPr sz="825" b="0" i="0">
                <a:solidFill>
                  <a:srgbClr val="5B6570"/>
                </a:solidFill>
                <a:latin typeface="Arial"/>
                <a:ea typeface="Arial"/>
                <a:cs typeface="Arial"/>
              </a:defRPr>
            </a:lvl2pPr>
            <a:lvl3pPr algn="r">
              <a:defRPr sz="825" b="0" i="0">
                <a:solidFill>
                  <a:srgbClr val="5B6570"/>
                </a:solidFill>
                <a:latin typeface="Arial"/>
                <a:ea typeface="Arial"/>
                <a:cs typeface="Arial"/>
              </a:defRPr>
            </a:lvl3pPr>
            <a:lvl4pPr algn="r">
              <a:defRPr sz="825" b="0" i="0">
                <a:solidFill>
                  <a:srgbClr val="5B6570"/>
                </a:solidFill>
                <a:latin typeface="Arial"/>
                <a:ea typeface="Arial"/>
                <a:cs typeface="Arial"/>
              </a:defRPr>
            </a:lvl4pPr>
            <a:lvl5pPr algn="r">
              <a:defRPr sz="825" b="0" i="0">
                <a:solidFill>
                  <a:srgbClr val="5B6570"/>
                </a:solidFill>
                <a:latin typeface="Arial"/>
                <a:ea typeface="Arial"/>
                <a:cs typeface="Arial"/>
              </a:defRPr>
            </a:lvl5pPr>
            <a:lvl6pPr algn="r">
              <a:defRPr sz="825" b="0" i="0">
                <a:solidFill>
                  <a:srgbClr val="5B6570"/>
                </a:solidFill>
                <a:latin typeface="Arial"/>
                <a:ea typeface="Arial"/>
                <a:cs typeface="Arial"/>
              </a:defRPr>
            </a:lvl6pPr>
            <a:lvl7pPr algn="r">
              <a:defRPr sz="825" b="0" i="0">
                <a:solidFill>
                  <a:srgbClr val="5B6570"/>
                </a:solidFill>
                <a:latin typeface="Arial"/>
                <a:ea typeface="Arial"/>
                <a:cs typeface="Arial"/>
              </a:defRPr>
            </a:lvl7pPr>
            <a:lvl8pPr algn="r">
              <a:defRPr sz="825" b="0" i="0">
                <a:solidFill>
                  <a:srgbClr val="5B6570"/>
                </a:solidFill>
                <a:latin typeface="Arial"/>
                <a:ea typeface="Arial"/>
                <a:cs typeface="Arial"/>
              </a:defRPr>
            </a:lvl8pPr>
            <a:lvl9pPr algn="r">
              <a:defRPr sz="825" b="0" i="0">
                <a:solidFill>
                  <a:srgbClr val="5B6570"/>
                </a:solidFill>
                <a:latin typeface="Arial"/>
                <a:ea typeface="Arial"/>
                <a:cs typeface="Arial"/>
              </a:defRPr>
            </a:lvl9pPr>
          </a:lstStyle>
          <a:p>
            <a:pPr algn="r">
              <a:lnSpc>
                <a:spcPct val="100000"/>
              </a:lnSpc>
              <a:buNone/>
              <a:defRPr sz="825" b="0" i="0">
                <a:solidFill>
                  <a:srgbClr val="5B6570"/>
                </a:solidFill>
                <a:latin typeface="Arial"/>
                <a:ea typeface="Arial"/>
                <a:cs typeface="Arial"/>
              </a:defRPr>
            </a:pPr>
            <a:r>
              <a:rPr sz="825" b="0" i="0">
                <a:solidFill>
                  <a:srgbClr val="5B6570"/>
                </a:solidFill>
                <a:latin typeface="Arial"/>
                <a:ea typeface="Arial"/>
                <a:cs typeface="Arial"/>
              </a:rPr>
              <a:t>3 / 3</a:t>
            </a:r>
          </a:p>
        </p:txBody>
      </p:sp>
    </p:spTree>
    <p:extLst>
      <p:ext uri="{BB962C8B-B14F-4D97-AF65-F5344CB8AC3E}">
        <p14:creationId xmlns:p14="http://schemas.microsoft.com/office/powerpoint/2010/main" val="18298836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TotalTime>
  <Words>581</Words>
  <Application>Microsoft Office PowerPoint</Application>
  <DocSecurity>0</DocSecurity>
  <PresentationFormat>宽屏</PresentationFormat>
  <Paragraphs>57</Paragraphs>
  <Slides>3</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Aptos</vt:lpstr>
      <vt:lpstr>Arial</vt:lpstr>
      <vt:lpstr>Georgia</vt:lpstr>
      <vt:lpstr>ChatGPT</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LUO, XIAOYU (UG)</cp:lastModifiedBy>
  <cp:revision>2</cp:revision>
  <dcterms:created xsi:type="dcterms:W3CDTF">2026-10-28T01:34:11Z</dcterms:created>
  <dcterms:modified xsi:type="dcterms:W3CDTF">2026-10-28T09:13:55Z</dcterms:modified>
</cp:coreProperties>
</file>