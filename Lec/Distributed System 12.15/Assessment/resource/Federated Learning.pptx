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1" r:id="rId4"/>
    <p:sldId id="262" r:id="rId5"/>
    <p:sldId id="351" r:id="rId6"/>
    <p:sldId id="350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3" r:id="rId18"/>
    <p:sldId id="362" r:id="rId19"/>
    <p:sldId id="364" r:id="rId20"/>
    <p:sldId id="365" r:id="rId21"/>
    <p:sldId id="366" r:id="rId22"/>
    <p:sldId id="367" r:id="rId23"/>
    <p:sldId id="324" r:id="rId2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1pPr>
    <a:lvl2pPr marL="0" marR="0" indent="342900" algn="ctr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2pPr>
    <a:lvl3pPr marL="0" marR="0" indent="685800" algn="ctr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3pPr>
    <a:lvl4pPr marL="0" marR="0" indent="1028700" algn="ctr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4pPr>
    <a:lvl5pPr marL="0" marR="0" indent="1371600" algn="ctr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5pPr>
    <a:lvl6pPr marL="0" marR="0" indent="1714500" algn="ctr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6pPr>
    <a:lvl7pPr marL="0" marR="0" indent="2057400" algn="ctr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7pPr>
    <a:lvl8pPr marL="0" marR="0" indent="2400300" algn="ctr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8pPr>
    <a:lvl9pPr marL="0" marR="0" indent="2743200" algn="ctr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EE5018-AEE9-43D8-9EDC-0B54177BC1AD}" v="37" dt="2024-11-04T10:37:12.269"/>
  </p1510:revLst>
</p1510:revInfo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Georgia"/>
          <a:ea typeface="Georgia"/>
          <a:cs typeface="Georgi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BEDE3"/>
          </a:solidFill>
        </a:fill>
      </a:tcStyle>
    </a:wholeTbl>
    <a:band2H>
      <a:tcTxStyle/>
      <a:tcStyle>
        <a:tcBdr/>
        <a:fill>
          <a:solidFill>
            <a:srgbClr val="FDF7F2"/>
          </a:solidFill>
        </a:fill>
      </a:tcStyle>
    </a:band2H>
    <a:firstCol>
      <a:tcTxStyle b="on" i="off">
        <a:font>
          <a:latin typeface="Georgia"/>
          <a:ea typeface="Georgia"/>
          <a:cs typeface="Georg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381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A56B"/>
          </a:solidFill>
        </a:fill>
      </a:tcStyle>
    </a:firstCol>
    <a:lastRow>
      <a:tcTxStyle b="on" i="off">
        <a:font>
          <a:latin typeface="Georgia"/>
          <a:ea typeface="Georgia"/>
          <a:cs typeface="Georg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A56B"/>
          </a:solidFill>
        </a:fill>
      </a:tcStyle>
    </a:lastRow>
    <a:firstRow>
      <a:tcTxStyle b="on" i="off">
        <a:font>
          <a:latin typeface="Georgia"/>
          <a:ea typeface="Georgia"/>
          <a:cs typeface="Georg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A56B"/>
          </a:solidFill>
        </a:fill>
      </a:tcStyle>
    </a:firstRow>
  </a:tblStyle>
  <a:tblStyle styleId="{C7B018BB-80A7-4F77-B60F-C8B233D01FF8}" styleName="">
    <a:tblBg/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160" autoAdjust="0"/>
  </p:normalViewPr>
  <p:slideViewPr>
    <p:cSldViewPr snapToGrid="0">
      <p:cViewPr varScale="1">
        <p:scale>
          <a:sx n="54" d="100"/>
          <a:sy n="54" d="100"/>
        </p:scale>
        <p:origin x="26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Xiaonan" userId="434a55b4-0cdc-45ed-962c-f0b98a3887b8" providerId="ADAL" clId="{36202262-C296-4BC6-B411-7AA6D8C99E7D}"/>
    <pc:docChg chg="modSld">
      <pc:chgData name="Liu, Xiaonan" userId="434a55b4-0cdc-45ed-962c-f0b98a3887b8" providerId="ADAL" clId="{36202262-C296-4BC6-B411-7AA6D8C99E7D}" dt="2024-10-26T14:05:44.223" v="97" actId="20577"/>
      <pc:docMkLst>
        <pc:docMk/>
      </pc:docMkLst>
      <pc:sldChg chg="modSp mod">
        <pc:chgData name="Liu, Xiaonan" userId="434a55b4-0cdc-45ed-962c-f0b98a3887b8" providerId="ADAL" clId="{36202262-C296-4BC6-B411-7AA6D8C99E7D}" dt="2024-10-26T14:01:03.033" v="39" actId="20577"/>
        <pc:sldMkLst>
          <pc:docMk/>
          <pc:sldMk cId="0" sldId="257"/>
        </pc:sldMkLst>
        <pc:spChg chg="mod">
          <ac:chgData name="Liu, Xiaonan" userId="434a55b4-0cdc-45ed-962c-f0b98a3887b8" providerId="ADAL" clId="{36202262-C296-4BC6-B411-7AA6D8C99E7D}" dt="2024-10-26T14:01:03.033" v="39" actId="20577"/>
          <ac:spMkLst>
            <pc:docMk/>
            <pc:sldMk cId="0" sldId="257"/>
            <ac:spMk id="50" creationId="{00000000-0000-0000-0000-000000000000}"/>
          </ac:spMkLst>
        </pc:spChg>
      </pc:sldChg>
      <pc:sldChg chg="modNotesTx">
        <pc:chgData name="Liu, Xiaonan" userId="434a55b4-0cdc-45ed-962c-f0b98a3887b8" providerId="ADAL" clId="{36202262-C296-4BC6-B411-7AA6D8C99E7D}" dt="2024-10-26T14:01:15.858" v="40" actId="20577"/>
        <pc:sldMkLst>
          <pc:docMk/>
          <pc:sldMk cId="0" sldId="261"/>
        </pc:sldMkLst>
      </pc:sldChg>
      <pc:sldChg chg="modNotesTx">
        <pc:chgData name="Liu, Xiaonan" userId="434a55b4-0cdc-45ed-962c-f0b98a3887b8" providerId="ADAL" clId="{36202262-C296-4BC6-B411-7AA6D8C99E7D}" dt="2024-10-26T14:01:20.351" v="41" actId="20577"/>
        <pc:sldMkLst>
          <pc:docMk/>
          <pc:sldMk cId="0" sldId="262"/>
        </pc:sldMkLst>
      </pc:sldChg>
      <pc:sldChg chg="modNotesTx">
        <pc:chgData name="Liu, Xiaonan" userId="434a55b4-0cdc-45ed-962c-f0b98a3887b8" providerId="ADAL" clId="{36202262-C296-4BC6-B411-7AA6D8C99E7D}" dt="2024-10-26T14:01:23.762" v="42" actId="20577"/>
        <pc:sldMkLst>
          <pc:docMk/>
          <pc:sldMk cId="0" sldId="263"/>
        </pc:sldMkLst>
      </pc:sldChg>
      <pc:sldChg chg="modNotesTx">
        <pc:chgData name="Liu, Xiaonan" userId="434a55b4-0cdc-45ed-962c-f0b98a3887b8" providerId="ADAL" clId="{36202262-C296-4BC6-B411-7AA6D8C99E7D}" dt="2024-10-26T14:01:28.471" v="43" actId="20577"/>
        <pc:sldMkLst>
          <pc:docMk/>
          <pc:sldMk cId="0" sldId="264"/>
        </pc:sldMkLst>
      </pc:sldChg>
      <pc:sldChg chg="modNotesTx">
        <pc:chgData name="Liu, Xiaonan" userId="434a55b4-0cdc-45ed-962c-f0b98a3887b8" providerId="ADAL" clId="{36202262-C296-4BC6-B411-7AA6D8C99E7D}" dt="2024-10-26T14:01:33.442" v="44" actId="20577"/>
        <pc:sldMkLst>
          <pc:docMk/>
          <pc:sldMk cId="0" sldId="265"/>
        </pc:sldMkLst>
      </pc:sldChg>
      <pc:sldChg chg="modNotesTx">
        <pc:chgData name="Liu, Xiaonan" userId="434a55b4-0cdc-45ed-962c-f0b98a3887b8" providerId="ADAL" clId="{36202262-C296-4BC6-B411-7AA6D8C99E7D}" dt="2024-10-26T14:01:37.687" v="45" actId="20577"/>
        <pc:sldMkLst>
          <pc:docMk/>
          <pc:sldMk cId="0" sldId="266"/>
        </pc:sldMkLst>
      </pc:sldChg>
      <pc:sldChg chg="modNotesTx">
        <pc:chgData name="Liu, Xiaonan" userId="434a55b4-0cdc-45ed-962c-f0b98a3887b8" providerId="ADAL" clId="{36202262-C296-4BC6-B411-7AA6D8C99E7D}" dt="2024-10-26T14:01:43.626" v="46" actId="20577"/>
        <pc:sldMkLst>
          <pc:docMk/>
          <pc:sldMk cId="0" sldId="267"/>
        </pc:sldMkLst>
      </pc:sldChg>
      <pc:sldChg chg="modNotesTx">
        <pc:chgData name="Liu, Xiaonan" userId="434a55b4-0cdc-45ed-962c-f0b98a3887b8" providerId="ADAL" clId="{36202262-C296-4BC6-B411-7AA6D8C99E7D}" dt="2024-10-26T14:01:49.228" v="47" actId="20577"/>
        <pc:sldMkLst>
          <pc:docMk/>
          <pc:sldMk cId="0" sldId="268"/>
        </pc:sldMkLst>
      </pc:sldChg>
      <pc:sldChg chg="modNotesTx">
        <pc:chgData name="Liu, Xiaonan" userId="434a55b4-0cdc-45ed-962c-f0b98a3887b8" providerId="ADAL" clId="{36202262-C296-4BC6-B411-7AA6D8C99E7D}" dt="2024-10-26T14:01:52.389" v="48" actId="20577"/>
        <pc:sldMkLst>
          <pc:docMk/>
          <pc:sldMk cId="0" sldId="269"/>
        </pc:sldMkLst>
      </pc:sldChg>
      <pc:sldChg chg="modNotesTx">
        <pc:chgData name="Liu, Xiaonan" userId="434a55b4-0cdc-45ed-962c-f0b98a3887b8" providerId="ADAL" clId="{36202262-C296-4BC6-B411-7AA6D8C99E7D}" dt="2024-10-26T14:01:59.428" v="49" actId="20577"/>
        <pc:sldMkLst>
          <pc:docMk/>
          <pc:sldMk cId="0" sldId="270"/>
        </pc:sldMkLst>
      </pc:sldChg>
      <pc:sldChg chg="modNotesTx">
        <pc:chgData name="Liu, Xiaonan" userId="434a55b4-0cdc-45ed-962c-f0b98a3887b8" providerId="ADAL" clId="{36202262-C296-4BC6-B411-7AA6D8C99E7D}" dt="2024-10-26T14:02:12.422" v="51" actId="20577"/>
        <pc:sldMkLst>
          <pc:docMk/>
          <pc:sldMk cId="0" sldId="271"/>
        </pc:sldMkLst>
      </pc:sldChg>
      <pc:sldChg chg="modNotesTx">
        <pc:chgData name="Liu, Xiaonan" userId="434a55b4-0cdc-45ed-962c-f0b98a3887b8" providerId="ADAL" clId="{36202262-C296-4BC6-B411-7AA6D8C99E7D}" dt="2024-10-26T14:02:19.058" v="53" actId="20577"/>
        <pc:sldMkLst>
          <pc:docMk/>
          <pc:sldMk cId="0" sldId="272"/>
        </pc:sldMkLst>
      </pc:sldChg>
      <pc:sldChg chg="modNotesTx">
        <pc:chgData name="Liu, Xiaonan" userId="434a55b4-0cdc-45ed-962c-f0b98a3887b8" providerId="ADAL" clId="{36202262-C296-4BC6-B411-7AA6D8C99E7D}" dt="2024-10-26T14:02:22.313" v="54" actId="20577"/>
        <pc:sldMkLst>
          <pc:docMk/>
          <pc:sldMk cId="0" sldId="273"/>
        </pc:sldMkLst>
      </pc:sldChg>
      <pc:sldChg chg="modNotesTx">
        <pc:chgData name="Liu, Xiaonan" userId="434a55b4-0cdc-45ed-962c-f0b98a3887b8" providerId="ADAL" clId="{36202262-C296-4BC6-B411-7AA6D8C99E7D}" dt="2024-10-26T14:02:31.519" v="56" actId="20577"/>
        <pc:sldMkLst>
          <pc:docMk/>
          <pc:sldMk cId="0" sldId="275"/>
        </pc:sldMkLst>
      </pc:sldChg>
      <pc:sldChg chg="modNotesTx">
        <pc:chgData name="Liu, Xiaonan" userId="434a55b4-0cdc-45ed-962c-f0b98a3887b8" providerId="ADAL" clId="{36202262-C296-4BC6-B411-7AA6D8C99E7D}" dt="2024-10-26T14:02:38.994" v="58" actId="20577"/>
        <pc:sldMkLst>
          <pc:docMk/>
          <pc:sldMk cId="0" sldId="276"/>
        </pc:sldMkLst>
      </pc:sldChg>
      <pc:sldChg chg="modNotesTx">
        <pc:chgData name="Liu, Xiaonan" userId="434a55b4-0cdc-45ed-962c-f0b98a3887b8" providerId="ADAL" clId="{36202262-C296-4BC6-B411-7AA6D8C99E7D}" dt="2024-10-26T14:02:41.924" v="59" actId="20577"/>
        <pc:sldMkLst>
          <pc:docMk/>
          <pc:sldMk cId="0" sldId="277"/>
        </pc:sldMkLst>
      </pc:sldChg>
      <pc:sldChg chg="modNotesTx">
        <pc:chgData name="Liu, Xiaonan" userId="434a55b4-0cdc-45ed-962c-f0b98a3887b8" providerId="ADAL" clId="{36202262-C296-4BC6-B411-7AA6D8C99E7D}" dt="2024-10-26T14:02:48.165" v="60" actId="20577"/>
        <pc:sldMkLst>
          <pc:docMk/>
          <pc:sldMk cId="0" sldId="279"/>
        </pc:sldMkLst>
      </pc:sldChg>
      <pc:sldChg chg="modNotesTx">
        <pc:chgData name="Liu, Xiaonan" userId="434a55b4-0cdc-45ed-962c-f0b98a3887b8" providerId="ADAL" clId="{36202262-C296-4BC6-B411-7AA6D8C99E7D}" dt="2024-10-26T14:02:52.775" v="61" actId="20577"/>
        <pc:sldMkLst>
          <pc:docMk/>
          <pc:sldMk cId="0" sldId="281"/>
        </pc:sldMkLst>
      </pc:sldChg>
      <pc:sldChg chg="modNotesTx">
        <pc:chgData name="Liu, Xiaonan" userId="434a55b4-0cdc-45ed-962c-f0b98a3887b8" providerId="ADAL" clId="{36202262-C296-4BC6-B411-7AA6D8C99E7D}" dt="2024-10-26T14:02:57.444" v="62" actId="20577"/>
        <pc:sldMkLst>
          <pc:docMk/>
          <pc:sldMk cId="0" sldId="284"/>
        </pc:sldMkLst>
      </pc:sldChg>
      <pc:sldChg chg="modNotesTx">
        <pc:chgData name="Liu, Xiaonan" userId="434a55b4-0cdc-45ed-962c-f0b98a3887b8" providerId="ADAL" clId="{36202262-C296-4BC6-B411-7AA6D8C99E7D}" dt="2024-10-26T14:02:59.717" v="63" actId="20577"/>
        <pc:sldMkLst>
          <pc:docMk/>
          <pc:sldMk cId="0" sldId="285"/>
        </pc:sldMkLst>
      </pc:sldChg>
      <pc:sldChg chg="modNotesTx">
        <pc:chgData name="Liu, Xiaonan" userId="434a55b4-0cdc-45ed-962c-f0b98a3887b8" providerId="ADAL" clId="{36202262-C296-4BC6-B411-7AA6D8C99E7D}" dt="2024-10-26T14:03:02.390" v="64" actId="20577"/>
        <pc:sldMkLst>
          <pc:docMk/>
          <pc:sldMk cId="0" sldId="286"/>
        </pc:sldMkLst>
      </pc:sldChg>
      <pc:sldChg chg="modNotesTx">
        <pc:chgData name="Liu, Xiaonan" userId="434a55b4-0cdc-45ed-962c-f0b98a3887b8" providerId="ADAL" clId="{36202262-C296-4BC6-B411-7AA6D8C99E7D}" dt="2024-10-26T14:03:06.060" v="65" actId="20577"/>
        <pc:sldMkLst>
          <pc:docMk/>
          <pc:sldMk cId="0" sldId="288"/>
        </pc:sldMkLst>
      </pc:sldChg>
      <pc:sldChg chg="modNotesTx">
        <pc:chgData name="Liu, Xiaonan" userId="434a55b4-0cdc-45ed-962c-f0b98a3887b8" providerId="ADAL" clId="{36202262-C296-4BC6-B411-7AA6D8C99E7D}" dt="2024-10-26T14:03:08.269" v="66" actId="20577"/>
        <pc:sldMkLst>
          <pc:docMk/>
          <pc:sldMk cId="0" sldId="289"/>
        </pc:sldMkLst>
      </pc:sldChg>
      <pc:sldChg chg="modNotesTx">
        <pc:chgData name="Liu, Xiaonan" userId="434a55b4-0cdc-45ed-962c-f0b98a3887b8" providerId="ADAL" clId="{36202262-C296-4BC6-B411-7AA6D8C99E7D}" dt="2024-10-26T14:03:10.908" v="67" actId="20577"/>
        <pc:sldMkLst>
          <pc:docMk/>
          <pc:sldMk cId="0" sldId="290"/>
        </pc:sldMkLst>
      </pc:sldChg>
      <pc:sldChg chg="modNotesTx">
        <pc:chgData name="Liu, Xiaonan" userId="434a55b4-0cdc-45ed-962c-f0b98a3887b8" providerId="ADAL" clId="{36202262-C296-4BC6-B411-7AA6D8C99E7D}" dt="2024-10-26T14:03:23.034" v="68" actId="20577"/>
        <pc:sldMkLst>
          <pc:docMk/>
          <pc:sldMk cId="0" sldId="291"/>
        </pc:sldMkLst>
      </pc:sldChg>
      <pc:sldChg chg="modNotesTx">
        <pc:chgData name="Liu, Xiaonan" userId="434a55b4-0cdc-45ed-962c-f0b98a3887b8" providerId="ADAL" clId="{36202262-C296-4BC6-B411-7AA6D8C99E7D}" dt="2024-10-26T14:03:26.238" v="69" actId="20577"/>
        <pc:sldMkLst>
          <pc:docMk/>
          <pc:sldMk cId="0" sldId="292"/>
        </pc:sldMkLst>
      </pc:sldChg>
      <pc:sldChg chg="modNotesTx">
        <pc:chgData name="Liu, Xiaonan" userId="434a55b4-0cdc-45ed-962c-f0b98a3887b8" providerId="ADAL" clId="{36202262-C296-4BC6-B411-7AA6D8C99E7D}" dt="2024-10-26T14:03:34.476" v="70" actId="20577"/>
        <pc:sldMkLst>
          <pc:docMk/>
          <pc:sldMk cId="0" sldId="293"/>
        </pc:sldMkLst>
      </pc:sldChg>
      <pc:sldChg chg="modNotesTx">
        <pc:chgData name="Liu, Xiaonan" userId="434a55b4-0cdc-45ed-962c-f0b98a3887b8" providerId="ADAL" clId="{36202262-C296-4BC6-B411-7AA6D8C99E7D}" dt="2024-10-26T14:03:38.116" v="71" actId="20577"/>
        <pc:sldMkLst>
          <pc:docMk/>
          <pc:sldMk cId="0" sldId="294"/>
        </pc:sldMkLst>
      </pc:sldChg>
      <pc:sldChg chg="modNotesTx">
        <pc:chgData name="Liu, Xiaonan" userId="434a55b4-0cdc-45ed-962c-f0b98a3887b8" providerId="ADAL" clId="{36202262-C296-4BC6-B411-7AA6D8C99E7D}" dt="2024-10-26T14:03:44.855" v="72" actId="20577"/>
        <pc:sldMkLst>
          <pc:docMk/>
          <pc:sldMk cId="0" sldId="295"/>
        </pc:sldMkLst>
      </pc:sldChg>
      <pc:sldChg chg="modNotesTx">
        <pc:chgData name="Liu, Xiaonan" userId="434a55b4-0cdc-45ed-962c-f0b98a3887b8" providerId="ADAL" clId="{36202262-C296-4BC6-B411-7AA6D8C99E7D}" dt="2024-10-26T14:04:05.852" v="73" actId="20577"/>
        <pc:sldMkLst>
          <pc:docMk/>
          <pc:sldMk cId="0" sldId="296"/>
        </pc:sldMkLst>
      </pc:sldChg>
      <pc:sldChg chg="modNotesTx">
        <pc:chgData name="Liu, Xiaonan" userId="434a55b4-0cdc-45ed-962c-f0b98a3887b8" providerId="ADAL" clId="{36202262-C296-4BC6-B411-7AA6D8C99E7D}" dt="2024-10-26T14:04:11.033" v="74" actId="20577"/>
        <pc:sldMkLst>
          <pc:docMk/>
          <pc:sldMk cId="0" sldId="297"/>
        </pc:sldMkLst>
      </pc:sldChg>
      <pc:sldChg chg="modNotesTx">
        <pc:chgData name="Liu, Xiaonan" userId="434a55b4-0cdc-45ed-962c-f0b98a3887b8" providerId="ADAL" clId="{36202262-C296-4BC6-B411-7AA6D8C99E7D}" dt="2024-10-26T14:04:13.249" v="75" actId="20577"/>
        <pc:sldMkLst>
          <pc:docMk/>
          <pc:sldMk cId="0" sldId="298"/>
        </pc:sldMkLst>
      </pc:sldChg>
      <pc:sldChg chg="modNotesTx">
        <pc:chgData name="Liu, Xiaonan" userId="434a55b4-0cdc-45ed-962c-f0b98a3887b8" providerId="ADAL" clId="{36202262-C296-4BC6-B411-7AA6D8C99E7D}" dt="2024-10-26T14:04:15.556" v="76" actId="20577"/>
        <pc:sldMkLst>
          <pc:docMk/>
          <pc:sldMk cId="0" sldId="299"/>
        </pc:sldMkLst>
      </pc:sldChg>
      <pc:sldChg chg="modNotesTx">
        <pc:chgData name="Liu, Xiaonan" userId="434a55b4-0cdc-45ed-962c-f0b98a3887b8" providerId="ADAL" clId="{36202262-C296-4BC6-B411-7AA6D8C99E7D}" dt="2024-10-26T14:04:20.465" v="77" actId="20577"/>
        <pc:sldMkLst>
          <pc:docMk/>
          <pc:sldMk cId="0" sldId="300"/>
        </pc:sldMkLst>
      </pc:sldChg>
      <pc:sldChg chg="modNotesTx">
        <pc:chgData name="Liu, Xiaonan" userId="434a55b4-0cdc-45ed-962c-f0b98a3887b8" providerId="ADAL" clId="{36202262-C296-4BC6-B411-7AA6D8C99E7D}" dt="2024-10-26T14:04:22.980" v="78" actId="20577"/>
        <pc:sldMkLst>
          <pc:docMk/>
          <pc:sldMk cId="0" sldId="301"/>
        </pc:sldMkLst>
      </pc:sldChg>
      <pc:sldChg chg="modNotesTx">
        <pc:chgData name="Liu, Xiaonan" userId="434a55b4-0cdc-45ed-962c-f0b98a3887b8" providerId="ADAL" clId="{36202262-C296-4BC6-B411-7AA6D8C99E7D}" dt="2024-10-26T14:04:24.969" v="79" actId="20577"/>
        <pc:sldMkLst>
          <pc:docMk/>
          <pc:sldMk cId="0" sldId="302"/>
        </pc:sldMkLst>
      </pc:sldChg>
      <pc:sldChg chg="modNotesTx">
        <pc:chgData name="Liu, Xiaonan" userId="434a55b4-0cdc-45ed-962c-f0b98a3887b8" providerId="ADAL" clId="{36202262-C296-4BC6-B411-7AA6D8C99E7D}" dt="2024-10-26T14:04:27.405" v="80" actId="20577"/>
        <pc:sldMkLst>
          <pc:docMk/>
          <pc:sldMk cId="0" sldId="303"/>
        </pc:sldMkLst>
      </pc:sldChg>
      <pc:sldChg chg="modNotesTx">
        <pc:chgData name="Liu, Xiaonan" userId="434a55b4-0cdc-45ed-962c-f0b98a3887b8" providerId="ADAL" clId="{36202262-C296-4BC6-B411-7AA6D8C99E7D}" dt="2024-10-26T14:04:30.321" v="81" actId="20577"/>
        <pc:sldMkLst>
          <pc:docMk/>
          <pc:sldMk cId="0" sldId="304"/>
        </pc:sldMkLst>
      </pc:sldChg>
      <pc:sldChg chg="modNotesTx">
        <pc:chgData name="Liu, Xiaonan" userId="434a55b4-0cdc-45ed-962c-f0b98a3887b8" providerId="ADAL" clId="{36202262-C296-4BC6-B411-7AA6D8C99E7D}" dt="2024-10-26T14:04:32.770" v="82" actId="20577"/>
        <pc:sldMkLst>
          <pc:docMk/>
          <pc:sldMk cId="0" sldId="305"/>
        </pc:sldMkLst>
      </pc:sldChg>
      <pc:sldChg chg="modNotesTx">
        <pc:chgData name="Liu, Xiaonan" userId="434a55b4-0cdc-45ed-962c-f0b98a3887b8" providerId="ADAL" clId="{36202262-C296-4BC6-B411-7AA6D8C99E7D}" dt="2024-10-26T14:04:40.087" v="83" actId="20577"/>
        <pc:sldMkLst>
          <pc:docMk/>
          <pc:sldMk cId="0" sldId="307"/>
        </pc:sldMkLst>
      </pc:sldChg>
      <pc:sldChg chg="modNotesTx">
        <pc:chgData name="Liu, Xiaonan" userId="434a55b4-0cdc-45ed-962c-f0b98a3887b8" providerId="ADAL" clId="{36202262-C296-4BC6-B411-7AA6D8C99E7D}" dt="2024-10-26T14:04:42.318" v="84" actId="20577"/>
        <pc:sldMkLst>
          <pc:docMk/>
          <pc:sldMk cId="0" sldId="308"/>
        </pc:sldMkLst>
      </pc:sldChg>
      <pc:sldChg chg="modNotesTx">
        <pc:chgData name="Liu, Xiaonan" userId="434a55b4-0cdc-45ed-962c-f0b98a3887b8" providerId="ADAL" clId="{36202262-C296-4BC6-B411-7AA6D8C99E7D}" dt="2024-10-26T14:04:44.840" v="85" actId="20577"/>
        <pc:sldMkLst>
          <pc:docMk/>
          <pc:sldMk cId="0" sldId="309"/>
        </pc:sldMkLst>
      </pc:sldChg>
      <pc:sldChg chg="modNotesTx">
        <pc:chgData name="Liu, Xiaonan" userId="434a55b4-0cdc-45ed-962c-f0b98a3887b8" providerId="ADAL" clId="{36202262-C296-4BC6-B411-7AA6D8C99E7D}" dt="2024-10-26T14:04:48.035" v="86" actId="20577"/>
        <pc:sldMkLst>
          <pc:docMk/>
          <pc:sldMk cId="0" sldId="310"/>
        </pc:sldMkLst>
      </pc:sldChg>
      <pc:sldChg chg="modNotesTx">
        <pc:chgData name="Liu, Xiaonan" userId="434a55b4-0cdc-45ed-962c-f0b98a3887b8" providerId="ADAL" clId="{36202262-C296-4BC6-B411-7AA6D8C99E7D}" dt="2024-10-26T14:04:50.777" v="87" actId="20577"/>
        <pc:sldMkLst>
          <pc:docMk/>
          <pc:sldMk cId="0" sldId="311"/>
        </pc:sldMkLst>
      </pc:sldChg>
      <pc:sldChg chg="modNotesTx">
        <pc:chgData name="Liu, Xiaonan" userId="434a55b4-0cdc-45ed-962c-f0b98a3887b8" providerId="ADAL" clId="{36202262-C296-4BC6-B411-7AA6D8C99E7D}" dt="2024-10-26T14:04:57.617" v="88" actId="20577"/>
        <pc:sldMkLst>
          <pc:docMk/>
          <pc:sldMk cId="0" sldId="312"/>
        </pc:sldMkLst>
      </pc:sldChg>
      <pc:sldChg chg="modNotesTx">
        <pc:chgData name="Liu, Xiaonan" userId="434a55b4-0cdc-45ed-962c-f0b98a3887b8" providerId="ADAL" clId="{36202262-C296-4BC6-B411-7AA6D8C99E7D}" dt="2024-10-26T14:05:00.722" v="89" actId="20577"/>
        <pc:sldMkLst>
          <pc:docMk/>
          <pc:sldMk cId="0" sldId="313"/>
        </pc:sldMkLst>
      </pc:sldChg>
      <pc:sldChg chg="modNotesTx">
        <pc:chgData name="Liu, Xiaonan" userId="434a55b4-0cdc-45ed-962c-f0b98a3887b8" providerId="ADAL" clId="{36202262-C296-4BC6-B411-7AA6D8C99E7D}" dt="2024-10-26T14:05:02.788" v="90" actId="20577"/>
        <pc:sldMkLst>
          <pc:docMk/>
          <pc:sldMk cId="0" sldId="314"/>
        </pc:sldMkLst>
      </pc:sldChg>
      <pc:sldChg chg="modNotesTx">
        <pc:chgData name="Liu, Xiaonan" userId="434a55b4-0cdc-45ed-962c-f0b98a3887b8" providerId="ADAL" clId="{36202262-C296-4BC6-B411-7AA6D8C99E7D}" dt="2024-10-26T14:05:05.597" v="91" actId="20577"/>
        <pc:sldMkLst>
          <pc:docMk/>
          <pc:sldMk cId="0" sldId="315"/>
        </pc:sldMkLst>
      </pc:sldChg>
      <pc:sldChg chg="modNotesTx">
        <pc:chgData name="Liu, Xiaonan" userId="434a55b4-0cdc-45ed-962c-f0b98a3887b8" providerId="ADAL" clId="{36202262-C296-4BC6-B411-7AA6D8C99E7D}" dt="2024-10-26T14:05:07.862" v="92" actId="20577"/>
        <pc:sldMkLst>
          <pc:docMk/>
          <pc:sldMk cId="0" sldId="316"/>
        </pc:sldMkLst>
      </pc:sldChg>
      <pc:sldChg chg="modNotesTx">
        <pc:chgData name="Liu, Xiaonan" userId="434a55b4-0cdc-45ed-962c-f0b98a3887b8" providerId="ADAL" clId="{36202262-C296-4BC6-B411-7AA6D8C99E7D}" dt="2024-10-26T14:05:11.374" v="93" actId="20577"/>
        <pc:sldMkLst>
          <pc:docMk/>
          <pc:sldMk cId="0" sldId="318"/>
        </pc:sldMkLst>
      </pc:sldChg>
      <pc:sldChg chg="modNotesTx">
        <pc:chgData name="Liu, Xiaonan" userId="434a55b4-0cdc-45ed-962c-f0b98a3887b8" providerId="ADAL" clId="{36202262-C296-4BC6-B411-7AA6D8C99E7D}" dt="2024-10-26T14:05:18.817" v="94" actId="20577"/>
        <pc:sldMkLst>
          <pc:docMk/>
          <pc:sldMk cId="0" sldId="319"/>
        </pc:sldMkLst>
      </pc:sldChg>
      <pc:sldChg chg="modNotesTx">
        <pc:chgData name="Liu, Xiaonan" userId="434a55b4-0cdc-45ed-962c-f0b98a3887b8" providerId="ADAL" clId="{36202262-C296-4BC6-B411-7AA6D8C99E7D}" dt="2024-10-26T14:05:39.587" v="95" actId="20577"/>
        <pc:sldMkLst>
          <pc:docMk/>
          <pc:sldMk cId="0" sldId="320"/>
        </pc:sldMkLst>
      </pc:sldChg>
      <pc:sldChg chg="modNotesTx">
        <pc:chgData name="Liu, Xiaonan" userId="434a55b4-0cdc-45ed-962c-f0b98a3887b8" providerId="ADAL" clId="{36202262-C296-4BC6-B411-7AA6D8C99E7D}" dt="2024-10-26T14:05:44.223" v="97" actId="20577"/>
        <pc:sldMkLst>
          <pc:docMk/>
          <pc:sldMk cId="0" sldId="321"/>
        </pc:sldMkLst>
      </pc:sldChg>
      <pc:sldChg chg="modNotesTx">
        <pc:chgData name="Liu, Xiaonan" userId="434a55b4-0cdc-45ed-962c-f0b98a3887b8" providerId="ADAL" clId="{36202262-C296-4BC6-B411-7AA6D8C99E7D}" dt="2024-10-26T14:02:16.751" v="52" actId="20577"/>
        <pc:sldMkLst>
          <pc:docMk/>
          <pc:sldMk cId="26364706" sldId="328"/>
        </pc:sldMkLst>
      </pc:sldChg>
      <pc:sldChg chg="modNotesTx">
        <pc:chgData name="Liu, Xiaonan" userId="434a55b4-0cdc-45ed-962c-f0b98a3887b8" providerId="ADAL" clId="{36202262-C296-4BC6-B411-7AA6D8C99E7D}" dt="2024-10-26T14:02:10.026" v="50" actId="20577"/>
        <pc:sldMkLst>
          <pc:docMk/>
          <pc:sldMk cId="3381379544" sldId="334"/>
        </pc:sldMkLst>
      </pc:sldChg>
      <pc:sldChg chg="modNotesTx">
        <pc:chgData name="Liu, Xiaonan" userId="434a55b4-0cdc-45ed-962c-f0b98a3887b8" providerId="ADAL" clId="{36202262-C296-4BC6-B411-7AA6D8C99E7D}" dt="2024-10-26T14:05:42.037" v="96" actId="20577"/>
        <pc:sldMkLst>
          <pc:docMk/>
          <pc:sldMk cId="4273020282" sldId="335"/>
        </pc:sldMkLst>
      </pc:sldChg>
      <pc:sldChg chg="modNotesTx">
        <pc:chgData name="Liu, Xiaonan" userId="434a55b4-0cdc-45ed-962c-f0b98a3887b8" providerId="ADAL" clId="{36202262-C296-4BC6-B411-7AA6D8C99E7D}" dt="2024-10-26T14:02:35.160" v="57" actId="20577"/>
        <pc:sldMkLst>
          <pc:docMk/>
          <pc:sldMk cId="277580410" sldId="337"/>
        </pc:sldMkLst>
      </pc:sldChg>
      <pc:sldChg chg="modNotesTx">
        <pc:chgData name="Liu, Xiaonan" userId="434a55b4-0cdc-45ed-962c-f0b98a3887b8" providerId="ADAL" clId="{36202262-C296-4BC6-B411-7AA6D8C99E7D}" dt="2024-10-26T14:02:25.518" v="55" actId="20577"/>
        <pc:sldMkLst>
          <pc:docMk/>
          <pc:sldMk cId="3009570294" sldId="341"/>
        </pc:sldMkLst>
      </pc:sldChg>
    </pc:docChg>
  </pc:docChgLst>
  <pc:docChgLst>
    <pc:chgData name="Liu, Xiaonan" userId="434a55b4-0cdc-45ed-962c-f0b98a3887b8" providerId="ADAL" clId="{79EE5018-AEE9-43D8-9EDC-0B54177BC1AD}"/>
    <pc:docChg chg="undo custSel addSld delSld modSld sldOrd">
      <pc:chgData name="Liu, Xiaonan" userId="434a55b4-0cdc-45ed-962c-f0b98a3887b8" providerId="ADAL" clId="{79EE5018-AEE9-43D8-9EDC-0B54177BC1AD}" dt="2024-11-04T10:38:18.455" v="897" actId="207"/>
      <pc:docMkLst>
        <pc:docMk/>
      </pc:docMkLst>
      <pc:sldChg chg="modSp mod">
        <pc:chgData name="Liu, Xiaonan" userId="434a55b4-0cdc-45ed-962c-f0b98a3887b8" providerId="ADAL" clId="{79EE5018-AEE9-43D8-9EDC-0B54177BC1AD}" dt="2024-11-03T22:42:40.652" v="28" actId="20577"/>
        <pc:sldMkLst>
          <pc:docMk/>
          <pc:sldMk cId="0" sldId="256"/>
        </pc:sldMkLst>
        <pc:spChg chg="mod">
          <ac:chgData name="Liu, Xiaonan" userId="434a55b4-0cdc-45ed-962c-f0b98a3887b8" providerId="ADAL" clId="{79EE5018-AEE9-43D8-9EDC-0B54177BC1AD}" dt="2024-11-03T22:42:40.652" v="28" actId="20577"/>
          <ac:spMkLst>
            <pc:docMk/>
            <pc:sldMk cId="0" sldId="256"/>
            <ac:spMk id="44" creationId="{00000000-0000-0000-0000-000000000000}"/>
          </ac:spMkLst>
        </pc:spChg>
      </pc:sldChg>
      <pc:sldChg chg="modSp mod">
        <pc:chgData name="Liu, Xiaonan" userId="434a55b4-0cdc-45ed-962c-f0b98a3887b8" providerId="ADAL" clId="{79EE5018-AEE9-43D8-9EDC-0B54177BC1AD}" dt="2024-11-03T22:43:44.974" v="159" actId="20577"/>
        <pc:sldMkLst>
          <pc:docMk/>
          <pc:sldMk cId="0" sldId="257"/>
        </pc:sldMkLst>
        <pc:spChg chg="mod">
          <ac:chgData name="Liu, Xiaonan" userId="434a55b4-0cdc-45ed-962c-f0b98a3887b8" providerId="ADAL" clId="{79EE5018-AEE9-43D8-9EDC-0B54177BC1AD}" dt="2024-11-03T22:43:00.960" v="39" actId="20577"/>
          <ac:spMkLst>
            <pc:docMk/>
            <pc:sldMk cId="0" sldId="257"/>
            <ac:spMk id="49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3T22:43:44.974" v="159" actId="20577"/>
          <ac:spMkLst>
            <pc:docMk/>
            <pc:sldMk cId="0" sldId="257"/>
            <ac:spMk id="50" creationId="{00000000-0000-0000-0000-000000000000}"/>
          </ac:spMkLst>
        </pc:spChg>
      </pc:sldChg>
      <pc:sldChg chg="del">
        <pc:chgData name="Liu, Xiaonan" userId="434a55b4-0cdc-45ed-962c-f0b98a3887b8" providerId="ADAL" clId="{79EE5018-AEE9-43D8-9EDC-0B54177BC1AD}" dt="2024-11-03T22:43:59.847" v="160" actId="47"/>
        <pc:sldMkLst>
          <pc:docMk/>
          <pc:sldMk cId="0" sldId="260"/>
        </pc:sldMkLst>
      </pc:sldChg>
      <pc:sldChg chg="addSp delSp modSp mod">
        <pc:chgData name="Liu, Xiaonan" userId="434a55b4-0cdc-45ed-962c-f0b98a3887b8" providerId="ADAL" clId="{79EE5018-AEE9-43D8-9EDC-0B54177BC1AD}" dt="2024-11-03T22:46:53.784" v="208" actId="1076"/>
        <pc:sldMkLst>
          <pc:docMk/>
          <pc:sldMk cId="0" sldId="261"/>
        </pc:sldMkLst>
        <pc:spChg chg="add del mod">
          <ac:chgData name="Liu, Xiaonan" userId="434a55b4-0cdc-45ed-962c-f0b98a3887b8" providerId="ADAL" clId="{79EE5018-AEE9-43D8-9EDC-0B54177BC1AD}" dt="2024-11-03T22:45:37.711" v="193" actId="478"/>
          <ac:spMkLst>
            <pc:docMk/>
            <pc:sldMk cId="0" sldId="261"/>
            <ac:spMk id="3" creationId="{9CB4AC98-A265-96DC-8162-BA0252271BE9}"/>
          </ac:spMkLst>
        </pc:spChg>
        <pc:spChg chg="add mod">
          <ac:chgData name="Liu, Xiaonan" userId="434a55b4-0cdc-45ed-962c-f0b98a3887b8" providerId="ADAL" clId="{79EE5018-AEE9-43D8-9EDC-0B54177BC1AD}" dt="2024-11-03T22:45:13.742" v="190"/>
          <ac:spMkLst>
            <pc:docMk/>
            <pc:sldMk cId="0" sldId="261"/>
            <ac:spMk id="4" creationId="{1322D12E-E37D-C8C1-04AD-0ACA529E991A}"/>
          </ac:spMkLst>
        </pc:spChg>
        <pc:spChg chg="add mod">
          <ac:chgData name="Liu, Xiaonan" userId="434a55b4-0cdc-45ed-962c-f0b98a3887b8" providerId="ADAL" clId="{79EE5018-AEE9-43D8-9EDC-0B54177BC1AD}" dt="2024-11-03T22:46:37.269" v="204"/>
          <ac:spMkLst>
            <pc:docMk/>
            <pc:sldMk cId="0" sldId="261"/>
            <ac:spMk id="6" creationId="{53D8AE5C-EBF0-4F94-93C0-FD68211C8766}"/>
          </ac:spMkLst>
        </pc:spChg>
        <pc:spChg chg="mod">
          <ac:chgData name="Liu, Xiaonan" userId="434a55b4-0cdc-45ed-962c-f0b98a3887b8" providerId="ADAL" clId="{79EE5018-AEE9-43D8-9EDC-0B54177BC1AD}" dt="2024-11-03T22:45:03.347" v="186" actId="20577"/>
          <ac:spMkLst>
            <pc:docMk/>
            <pc:sldMk cId="0" sldId="261"/>
            <ac:spMk id="66" creationId="{00000000-0000-0000-0000-000000000000}"/>
          </ac:spMkLst>
        </pc:spChg>
        <pc:spChg chg="add del mod">
          <ac:chgData name="Liu, Xiaonan" userId="434a55b4-0cdc-45ed-962c-f0b98a3887b8" providerId="ADAL" clId="{79EE5018-AEE9-43D8-9EDC-0B54177BC1AD}" dt="2024-11-03T22:46:31.208" v="202" actId="207"/>
          <ac:spMkLst>
            <pc:docMk/>
            <pc:sldMk cId="0" sldId="261"/>
            <ac:spMk id="67" creationId="{00000000-0000-0000-0000-000000000000}"/>
          </ac:spMkLst>
        </pc:spChg>
        <pc:graphicFrameChg chg="add mod">
          <ac:chgData name="Liu, Xiaonan" userId="434a55b4-0cdc-45ed-962c-f0b98a3887b8" providerId="ADAL" clId="{79EE5018-AEE9-43D8-9EDC-0B54177BC1AD}" dt="2024-11-03T22:46:37.269" v="204"/>
          <ac:graphicFrameMkLst>
            <pc:docMk/>
            <pc:sldMk cId="0" sldId="261"/>
            <ac:graphicFrameMk id="7" creationId="{5D0B5737-209E-D6E2-2FB5-DC858A969839}"/>
          </ac:graphicFrameMkLst>
        </pc:graphicFrameChg>
        <pc:picChg chg="add mod">
          <ac:chgData name="Liu, Xiaonan" userId="434a55b4-0cdc-45ed-962c-f0b98a3887b8" providerId="ADAL" clId="{79EE5018-AEE9-43D8-9EDC-0B54177BC1AD}" dt="2024-11-03T22:46:37.269" v="204"/>
          <ac:picMkLst>
            <pc:docMk/>
            <pc:sldMk cId="0" sldId="261"/>
            <ac:picMk id="5" creationId="{6539433B-4389-85DD-390F-9FBF451A0214}"/>
          </ac:picMkLst>
        </pc:picChg>
        <pc:picChg chg="add mod">
          <ac:chgData name="Liu, Xiaonan" userId="434a55b4-0cdc-45ed-962c-f0b98a3887b8" providerId="ADAL" clId="{79EE5018-AEE9-43D8-9EDC-0B54177BC1AD}" dt="2024-11-03T22:46:53.784" v="208" actId="1076"/>
          <ac:picMkLst>
            <pc:docMk/>
            <pc:sldMk cId="0" sldId="261"/>
            <ac:picMk id="9" creationId="{54D87D30-3BD6-00E5-DF69-E15475E5D620}"/>
          </ac:picMkLst>
        </pc:picChg>
        <pc:picChg chg="add del">
          <ac:chgData name="Liu, Xiaonan" userId="434a55b4-0cdc-45ed-962c-f0b98a3887b8" providerId="ADAL" clId="{79EE5018-AEE9-43D8-9EDC-0B54177BC1AD}" dt="2024-11-03T22:46:32.784" v="203" actId="478"/>
          <ac:picMkLst>
            <pc:docMk/>
            <pc:sldMk cId="0" sldId="261"/>
            <ac:picMk id="69" creationId="{00000000-0000-0000-0000-000000000000}"/>
          </ac:picMkLst>
        </pc:picChg>
      </pc:sldChg>
      <pc:sldChg chg="delSp modSp add del mod ord">
        <pc:chgData name="Liu, Xiaonan" userId="434a55b4-0cdc-45ed-962c-f0b98a3887b8" providerId="ADAL" clId="{79EE5018-AEE9-43D8-9EDC-0B54177BC1AD}" dt="2024-11-03T22:49:47.976" v="253" actId="207"/>
        <pc:sldMkLst>
          <pc:docMk/>
          <pc:sldMk cId="0" sldId="262"/>
        </pc:sldMkLst>
        <pc:spChg chg="mod">
          <ac:chgData name="Liu, Xiaonan" userId="434a55b4-0cdc-45ed-962c-f0b98a3887b8" providerId="ADAL" clId="{79EE5018-AEE9-43D8-9EDC-0B54177BC1AD}" dt="2024-11-03T22:48:20.540" v="228"/>
          <ac:spMkLst>
            <pc:docMk/>
            <pc:sldMk cId="0" sldId="262"/>
            <ac:spMk id="73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3T22:49:47.976" v="253" actId="207"/>
          <ac:spMkLst>
            <pc:docMk/>
            <pc:sldMk cId="0" sldId="262"/>
            <ac:spMk id="74" creationId="{00000000-0000-0000-0000-000000000000}"/>
          </ac:spMkLst>
        </pc:spChg>
        <pc:picChg chg="del">
          <ac:chgData name="Liu, Xiaonan" userId="434a55b4-0cdc-45ed-962c-f0b98a3887b8" providerId="ADAL" clId="{79EE5018-AEE9-43D8-9EDC-0B54177BC1AD}" dt="2024-11-03T22:48:54.626" v="235" actId="478"/>
          <ac:picMkLst>
            <pc:docMk/>
            <pc:sldMk cId="0" sldId="262"/>
            <ac:picMk id="76" creationId="{00000000-0000-0000-0000-000000000000}"/>
          </ac:picMkLst>
        </pc:picChg>
        <pc:picChg chg="del">
          <ac:chgData name="Liu, Xiaonan" userId="434a55b4-0cdc-45ed-962c-f0b98a3887b8" providerId="ADAL" clId="{79EE5018-AEE9-43D8-9EDC-0B54177BC1AD}" dt="2024-11-03T22:48:59.622" v="237" actId="478"/>
          <ac:picMkLst>
            <pc:docMk/>
            <pc:sldMk cId="0" sldId="262"/>
            <ac:picMk id="77" creationId="{00000000-0000-0000-0000-000000000000}"/>
          </ac:picMkLst>
        </pc:picChg>
      </pc:sldChg>
      <pc:sldChg chg="add del">
        <pc:chgData name="Liu, Xiaonan" userId="434a55b4-0cdc-45ed-962c-f0b98a3887b8" providerId="ADAL" clId="{79EE5018-AEE9-43D8-9EDC-0B54177BC1AD}" dt="2024-11-04T10:23:42.646" v="691" actId="47"/>
        <pc:sldMkLst>
          <pc:docMk/>
          <pc:sldMk cId="0" sldId="263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64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65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66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67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68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69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70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71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72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73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74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75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76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77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78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79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80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81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82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83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84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85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86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87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88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89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90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91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92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93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94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95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96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97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98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299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00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01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02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03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04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05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06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07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08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09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10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11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12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13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14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15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16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17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18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19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20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0" sldId="321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1214912604" sldId="323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1204122915" sldId="325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907270733" sldId="326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2519474300" sldId="327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26364706" sldId="328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316438838" sldId="329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3602490087" sldId="330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3348385395" sldId="331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3381379544" sldId="334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4273020282" sldId="335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266645367" sldId="336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277580410" sldId="337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553577948" sldId="338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2418659024" sldId="339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274058407" sldId="340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3009570294" sldId="341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3784462777" sldId="342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703709492" sldId="343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2621105138" sldId="344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3057718741" sldId="345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2420498132" sldId="346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1595284949" sldId="347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3309522668" sldId="348"/>
        </pc:sldMkLst>
      </pc:sldChg>
      <pc:sldChg chg="add del">
        <pc:chgData name="Liu, Xiaonan" userId="434a55b4-0cdc-45ed-962c-f0b98a3887b8" providerId="ADAL" clId="{79EE5018-AEE9-43D8-9EDC-0B54177BC1AD}" dt="2024-11-03T22:48:10.689" v="227" actId="47"/>
        <pc:sldMkLst>
          <pc:docMk/>
          <pc:sldMk cId="3842234140" sldId="349"/>
        </pc:sldMkLst>
      </pc:sldChg>
      <pc:sldChg chg="addSp delSp modSp add mod">
        <pc:chgData name="Liu, Xiaonan" userId="434a55b4-0cdc-45ed-962c-f0b98a3887b8" providerId="ADAL" clId="{79EE5018-AEE9-43D8-9EDC-0B54177BC1AD}" dt="2024-11-03T22:52:16.930" v="286" actId="1076"/>
        <pc:sldMkLst>
          <pc:docMk/>
          <pc:sldMk cId="3331059183" sldId="350"/>
        </pc:sldMkLst>
        <pc:spChg chg="mod">
          <ac:chgData name="Liu, Xiaonan" userId="434a55b4-0cdc-45ed-962c-f0b98a3887b8" providerId="ADAL" clId="{79EE5018-AEE9-43D8-9EDC-0B54177BC1AD}" dt="2024-11-03T22:52:03.191" v="281" actId="207"/>
          <ac:spMkLst>
            <pc:docMk/>
            <pc:sldMk cId="3331059183" sldId="350"/>
            <ac:spMk id="67" creationId="{00000000-0000-0000-0000-000000000000}"/>
          </ac:spMkLst>
        </pc:spChg>
        <pc:picChg chg="add mod">
          <ac:chgData name="Liu, Xiaonan" userId="434a55b4-0cdc-45ed-962c-f0b98a3887b8" providerId="ADAL" clId="{79EE5018-AEE9-43D8-9EDC-0B54177BC1AD}" dt="2024-11-03T22:52:16.930" v="286" actId="1076"/>
          <ac:picMkLst>
            <pc:docMk/>
            <pc:sldMk cId="3331059183" sldId="350"/>
            <ac:picMk id="3" creationId="{617EA439-23F5-BD85-2CD1-C8FA183A3B27}"/>
          </ac:picMkLst>
        </pc:picChg>
        <pc:picChg chg="del mod">
          <ac:chgData name="Liu, Xiaonan" userId="434a55b4-0cdc-45ed-962c-f0b98a3887b8" providerId="ADAL" clId="{79EE5018-AEE9-43D8-9EDC-0B54177BC1AD}" dt="2024-11-03T22:51:53.160" v="279" actId="478"/>
          <ac:picMkLst>
            <pc:docMk/>
            <pc:sldMk cId="3331059183" sldId="350"/>
            <ac:picMk id="9" creationId="{54D87D30-3BD6-00E5-DF69-E15475E5D620}"/>
          </ac:picMkLst>
        </pc:picChg>
      </pc:sldChg>
      <pc:sldChg chg="addSp modSp add mod">
        <pc:chgData name="Liu, Xiaonan" userId="434a55b4-0cdc-45ed-962c-f0b98a3887b8" providerId="ADAL" clId="{79EE5018-AEE9-43D8-9EDC-0B54177BC1AD}" dt="2024-11-03T22:51:34.042" v="275" actId="1076"/>
        <pc:sldMkLst>
          <pc:docMk/>
          <pc:sldMk cId="2053294261" sldId="351"/>
        </pc:sldMkLst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4" creationId="{AD5D02B9-DDD2-9A9E-4475-F860D33CAA76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5" creationId="{39F5C6E6-AAFF-3F5B-B871-62F29B073019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6" creationId="{9C36CBD0-F0AE-DC5D-D013-F747B5F93C43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7" creationId="{49509675-D5A9-0D17-52E1-DE2B3F015E20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8" creationId="{1F06C803-BBD5-E8DF-2C7C-B4B55B84F547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9" creationId="{2D3DE70D-8C22-29B6-B887-87B4D29D43E1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10" creationId="{73903D3B-5A16-DEA3-DF56-24F54CD1538E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11" creationId="{F4B1CBD6-284B-F5CF-B0E1-74C51F23F439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12" creationId="{5397568A-C25E-8FD5-8B6B-60FE3CED6542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13" creationId="{CEA56B0C-0B15-AD49-D863-7F5841A37791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14" creationId="{5D924076-F9EE-11BE-2054-6EF3B52C566B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15" creationId="{E9E43901-5315-92C7-1590-149D60683B9F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16" creationId="{E25BB536-57EE-7B71-1B15-DA7E2BA1543F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17" creationId="{36ECD9B8-65D8-1995-8E38-0778CF97D50D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18" creationId="{5C196E95-E127-43F4-443D-76077F8FC8CE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19" creationId="{C5398F86-7C6B-3742-A076-7FE42F277CCF}"/>
          </ac:spMkLst>
        </pc:spChg>
        <pc:spChg chg="mod">
          <ac:chgData name="Liu, Xiaonan" userId="434a55b4-0cdc-45ed-962c-f0b98a3887b8" providerId="ADAL" clId="{79EE5018-AEE9-43D8-9EDC-0B54177BC1AD}" dt="2024-11-03T22:51:27.386" v="270"/>
          <ac:spMkLst>
            <pc:docMk/>
            <pc:sldMk cId="2053294261" sldId="351"/>
            <ac:spMk id="20" creationId="{B1437232-28F5-5FB5-57C2-6A8C6FC09906}"/>
          </ac:spMkLst>
        </pc:spChg>
        <pc:spChg chg="mod">
          <ac:chgData name="Liu, Xiaonan" userId="434a55b4-0cdc-45ed-962c-f0b98a3887b8" providerId="ADAL" clId="{79EE5018-AEE9-43D8-9EDC-0B54177BC1AD}" dt="2024-11-03T22:51:15.455" v="266" actId="207"/>
          <ac:spMkLst>
            <pc:docMk/>
            <pc:sldMk cId="2053294261" sldId="351"/>
            <ac:spMk id="74" creationId="{00000000-0000-0000-0000-000000000000}"/>
          </ac:spMkLst>
        </pc:spChg>
        <pc:grpChg chg="add mod">
          <ac:chgData name="Liu, Xiaonan" userId="434a55b4-0cdc-45ed-962c-f0b98a3887b8" providerId="ADAL" clId="{79EE5018-AEE9-43D8-9EDC-0B54177BC1AD}" dt="2024-11-03T22:51:34.042" v="275" actId="1076"/>
          <ac:grpSpMkLst>
            <pc:docMk/>
            <pc:sldMk cId="2053294261" sldId="351"/>
            <ac:grpSpMk id="3" creationId="{375E23E8-1925-20AE-536D-FC3251D64196}"/>
          </ac:grpSpMkLst>
        </pc:grpChg>
        <pc:picChg chg="add mod">
          <ac:chgData name="Liu, Xiaonan" userId="434a55b4-0cdc-45ed-962c-f0b98a3887b8" providerId="ADAL" clId="{79EE5018-AEE9-43D8-9EDC-0B54177BC1AD}" dt="2024-11-03T22:51:32.768" v="274" actId="1076"/>
          <ac:picMkLst>
            <pc:docMk/>
            <pc:sldMk cId="2053294261" sldId="351"/>
            <ac:picMk id="2" creationId="{B42A7105-7022-0B2A-BA3A-BE3F70673D8D}"/>
          </ac:picMkLst>
        </pc:picChg>
      </pc:sldChg>
      <pc:sldChg chg="addSp delSp modSp add mod">
        <pc:chgData name="Liu, Xiaonan" userId="434a55b4-0cdc-45ed-962c-f0b98a3887b8" providerId="ADAL" clId="{79EE5018-AEE9-43D8-9EDC-0B54177BC1AD}" dt="2024-11-03T22:52:56.730" v="294" actId="1076"/>
        <pc:sldMkLst>
          <pc:docMk/>
          <pc:sldMk cId="207721856" sldId="352"/>
        </pc:sldMkLst>
        <pc:spChg chg="mod">
          <ac:chgData name="Liu, Xiaonan" userId="434a55b4-0cdc-45ed-962c-f0b98a3887b8" providerId="ADAL" clId="{79EE5018-AEE9-43D8-9EDC-0B54177BC1AD}" dt="2024-11-03T22:52:43.655" v="289"/>
          <ac:spMkLst>
            <pc:docMk/>
            <pc:sldMk cId="207721856" sldId="352"/>
            <ac:spMk id="67" creationId="{00000000-0000-0000-0000-000000000000}"/>
          </ac:spMkLst>
        </pc:spChg>
        <pc:picChg chg="del">
          <ac:chgData name="Liu, Xiaonan" userId="434a55b4-0cdc-45ed-962c-f0b98a3887b8" providerId="ADAL" clId="{79EE5018-AEE9-43D8-9EDC-0B54177BC1AD}" dt="2024-11-03T22:52:45.952" v="290" actId="478"/>
          <ac:picMkLst>
            <pc:docMk/>
            <pc:sldMk cId="207721856" sldId="352"/>
            <ac:picMk id="3" creationId="{617EA439-23F5-BD85-2CD1-C8FA183A3B27}"/>
          </ac:picMkLst>
        </pc:picChg>
        <pc:picChg chg="add mod">
          <ac:chgData name="Liu, Xiaonan" userId="434a55b4-0cdc-45ed-962c-f0b98a3887b8" providerId="ADAL" clId="{79EE5018-AEE9-43D8-9EDC-0B54177BC1AD}" dt="2024-11-03T22:52:56.730" v="294" actId="1076"/>
          <ac:picMkLst>
            <pc:docMk/>
            <pc:sldMk cId="207721856" sldId="352"/>
            <ac:picMk id="4" creationId="{29AB5D04-7F9C-15E0-59AA-4A877ACF87DA}"/>
          </ac:picMkLst>
        </pc:picChg>
      </pc:sldChg>
      <pc:sldChg chg="addSp delSp modSp add mod">
        <pc:chgData name="Liu, Xiaonan" userId="434a55b4-0cdc-45ed-962c-f0b98a3887b8" providerId="ADAL" clId="{79EE5018-AEE9-43D8-9EDC-0B54177BC1AD}" dt="2024-11-03T22:53:16.666" v="299" actId="1076"/>
        <pc:sldMkLst>
          <pc:docMk/>
          <pc:sldMk cId="3313566541" sldId="353"/>
        </pc:sldMkLst>
        <pc:picChg chg="add mod">
          <ac:chgData name="Liu, Xiaonan" userId="434a55b4-0cdc-45ed-962c-f0b98a3887b8" providerId="ADAL" clId="{79EE5018-AEE9-43D8-9EDC-0B54177BC1AD}" dt="2024-11-03T22:53:16.666" v="299" actId="1076"/>
          <ac:picMkLst>
            <pc:docMk/>
            <pc:sldMk cId="3313566541" sldId="353"/>
            <ac:picMk id="3" creationId="{70399981-7699-FF5B-73C9-CB9C4B9A4D5C}"/>
          </ac:picMkLst>
        </pc:picChg>
        <pc:picChg chg="del">
          <ac:chgData name="Liu, Xiaonan" userId="434a55b4-0cdc-45ed-962c-f0b98a3887b8" providerId="ADAL" clId="{79EE5018-AEE9-43D8-9EDC-0B54177BC1AD}" dt="2024-11-03T22:53:12.794" v="296" actId="478"/>
          <ac:picMkLst>
            <pc:docMk/>
            <pc:sldMk cId="3313566541" sldId="353"/>
            <ac:picMk id="4" creationId="{29AB5D04-7F9C-15E0-59AA-4A877ACF87DA}"/>
          </ac:picMkLst>
        </pc:picChg>
      </pc:sldChg>
      <pc:sldChg chg="addSp delSp modSp add mod">
        <pc:chgData name="Liu, Xiaonan" userId="434a55b4-0cdc-45ed-962c-f0b98a3887b8" providerId="ADAL" clId="{79EE5018-AEE9-43D8-9EDC-0B54177BC1AD}" dt="2024-11-03T22:53:46.353" v="307" actId="1076"/>
        <pc:sldMkLst>
          <pc:docMk/>
          <pc:sldMk cId="3213028429" sldId="354"/>
        </pc:sldMkLst>
        <pc:picChg chg="del">
          <ac:chgData name="Liu, Xiaonan" userId="434a55b4-0cdc-45ed-962c-f0b98a3887b8" providerId="ADAL" clId="{79EE5018-AEE9-43D8-9EDC-0B54177BC1AD}" dt="2024-11-03T22:53:31.346" v="301" actId="478"/>
          <ac:picMkLst>
            <pc:docMk/>
            <pc:sldMk cId="3213028429" sldId="354"/>
            <ac:picMk id="3" creationId="{70399981-7699-FF5B-73C9-CB9C4B9A4D5C}"/>
          </ac:picMkLst>
        </pc:picChg>
        <pc:picChg chg="add mod">
          <ac:chgData name="Liu, Xiaonan" userId="434a55b4-0cdc-45ed-962c-f0b98a3887b8" providerId="ADAL" clId="{79EE5018-AEE9-43D8-9EDC-0B54177BC1AD}" dt="2024-11-03T22:53:46.353" v="307" actId="1076"/>
          <ac:picMkLst>
            <pc:docMk/>
            <pc:sldMk cId="3213028429" sldId="354"/>
            <ac:picMk id="4" creationId="{2812F300-3F8A-A546-869A-4BB47C3E9215}"/>
          </ac:picMkLst>
        </pc:picChg>
      </pc:sldChg>
      <pc:sldChg chg="addSp delSp modSp add mod">
        <pc:chgData name="Liu, Xiaonan" userId="434a55b4-0cdc-45ed-962c-f0b98a3887b8" providerId="ADAL" clId="{79EE5018-AEE9-43D8-9EDC-0B54177BC1AD}" dt="2024-11-03T22:54:12.562" v="312" actId="1076"/>
        <pc:sldMkLst>
          <pc:docMk/>
          <pc:sldMk cId="1736426783" sldId="355"/>
        </pc:sldMkLst>
        <pc:picChg chg="add mod">
          <ac:chgData name="Liu, Xiaonan" userId="434a55b4-0cdc-45ed-962c-f0b98a3887b8" providerId="ADAL" clId="{79EE5018-AEE9-43D8-9EDC-0B54177BC1AD}" dt="2024-11-03T22:54:12.562" v="312" actId="1076"/>
          <ac:picMkLst>
            <pc:docMk/>
            <pc:sldMk cId="1736426783" sldId="355"/>
            <ac:picMk id="3" creationId="{2E37AD3B-67A6-9615-FA7A-9501F9D5BBBC}"/>
          </ac:picMkLst>
        </pc:picChg>
        <pc:picChg chg="del">
          <ac:chgData name="Liu, Xiaonan" userId="434a55b4-0cdc-45ed-962c-f0b98a3887b8" providerId="ADAL" clId="{79EE5018-AEE9-43D8-9EDC-0B54177BC1AD}" dt="2024-11-03T22:54:08.262" v="309" actId="478"/>
          <ac:picMkLst>
            <pc:docMk/>
            <pc:sldMk cId="1736426783" sldId="355"/>
            <ac:picMk id="4" creationId="{2812F300-3F8A-A546-869A-4BB47C3E9215}"/>
          </ac:picMkLst>
        </pc:picChg>
      </pc:sldChg>
      <pc:sldChg chg="addSp delSp modSp add mod">
        <pc:chgData name="Liu, Xiaonan" userId="434a55b4-0cdc-45ed-962c-f0b98a3887b8" providerId="ADAL" clId="{79EE5018-AEE9-43D8-9EDC-0B54177BC1AD}" dt="2024-11-03T22:55:03.369" v="329" actId="1076"/>
        <pc:sldMkLst>
          <pc:docMk/>
          <pc:sldMk cId="3536207580" sldId="356"/>
        </pc:sldMkLst>
        <pc:spChg chg="mod">
          <ac:chgData name="Liu, Xiaonan" userId="434a55b4-0cdc-45ed-962c-f0b98a3887b8" providerId="ADAL" clId="{79EE5018-AEE9-43D8-9EDC-0B54177BC1AD}" dt="2024-11-03T22:54:49.253" v="326" actId="207"/>
          <ac:spMkLst>
            <pc:docMk/>
            <pc:sldMk cId="3536207580" sldId="356"/>
            <ac:spMk id="67" creationId="{00000000-0000-0000-0000-000000000000}"/>
          </ac:spMkLst>
        </pc:spChg>
        <pc:picChg chg="del">
          <ac:chgData name="Liu, Xiaonan" userId="434a55b4-0cdc-45ed-962c-f0b98a3887b8" providerId="ADAL" clId="{79EE5018-AEE9-43D8-9EDC-0B54177BC1AD}" dt="2024-11-03T22:54:26.297" v="314" actId="478"/>
          <ac:picMkLst>
            <pc:docMk/>
            <pc:sldMk cId="3536207580" sldId="356"/>
            <ac:picMk id="3" creationId="{2E37AD3B-67A6-9615-FA7A-9501F9D5BBBC}"/>
          </ac:picMkLst>
        </pc:picChg>
        <pc:picChg chg="add mod">
          <ac:chgData name="Liu, Xiaonan" userId="434a55b4-0cdc-45ed-962c-f0b98a3887b8" providerId="ADAL" clId="{79EE5018-AEE9-43D8-9EDC-0B54177BC1AD}" dt="2024-11-03T22:55:03.369" v="329" actId="1076"/>
          <ac:picMkLst>
            <pc:docMk/>
            <pc:sldMk cId="3536207580" sldId="356"/>
            <ac:picMk id="4" creationId="{845286D7-B996-7237-6455-E0A0F416CBDB}"/>
          </ac:picMkLst>
        </pc:picChg>
      </pc:sldChg>
      <pc:sldChg chg="modSp add mod">
        <pc:chgData name="Liu, Xiaonan" userId="434a55b4-0cdc-45ed-962c-f0b98a3887b8" providerId="ADAL" clId="{79EE5018-AEE9-43D8-9EDC-0B54177BC1AD}" dt="2024-11-03T22:59:33.580" v="425" actId="207"/>
        <pc:sldMkLst>
          <pc:docMk/>
          <pc:sldMk cId="1500762285" sldId="357"/>
        </pc:sldMkLst>
        <pc:spChg chg="mod">
          <ac:chgData name="Liu, Xiaonan" userId="434a55b4-0cdc-45ed-962c-f0b98a3887b8" providerId="ADAL" clId="{79EE5018-AEE9-43D8-9EDC-0B54177BC1AD}" dt="2024-11-03T22:58:50.248" v="416" actId="20577"/>
          <ac:spMkLst>
            <pc:docMk/>
            <pc:sldMk cId="1500762285" sldId="357"/>
            <ac:spMk id="73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3T22:59:33.580" v="425" actId="207"/>
          <ac:spMkLst>
            <pc:docMk/>
            <pc:sldMk cId="1500762285" sldId="357"/>
            <ac:spMk id="74" creationId="{00000000-0000-0000-0000-000000000000}"/>
          </ac:spMkLst>
        </pc:spChg>
      </pc:sldChg>
      <pc:sldChg chg="addSp delSp modSp add mod">
        <pc:chgData name="Liu, Xiaonan" userId="434a55b4-0cdc-45ed-962c-f0b98a3887b8" providerId="ADAL" clId="{79EE5018-AEE9-43D8-9EDC-0B54177BC1AD}" dt="2024-11-04T09:48:59.707" v="503" actId="478"/>
        <pc:sldMkLst>
          <pc:docMk/>
          <pc:sldMk cId="685022127" sldId="358"/>
        </pc:sldMkLst>
        <pc:spChg chg="add mod">
          <ac:chgData name="Liu, Xiaonan" userId="434a55b4-0cdc-45ed-962c-f0b98a3887b8" providerId="ADAL" clId="{79EE5018-AEE9-43D8-9EDC-0B54177BC1AD}" dt="2024-11-04T09:48:05.483" v="496" actId="1076"/>
          <ac:spMkLst>
            <pc:docMk/>
            <pc:sldMk cId="685022127" sldId="358"/>
            <ac:spMk id="2" creationId="{E490AC6B-02B5-1D9A-E5AA-6E53987F71DC}"/>
          </ac:spMkLst>
        </pc:spChg>
        <pc:spChg chg="add mod">
          <ac:chgData name="Liu, Xiaonan" userId="434a55b4-0cdc-45ed-962c-f0b98a3887b8" providerId="ADAL" clId="{79EE5018-AEE9-43D8-9EDC-0B54177BC1AD}" dt="2024-11-04T09:48:13.629" v="497"/>
          <ac:spMkLst>
            <pc:docMk/>
            <pc:sldMk cId="685022127" sldId="358"/>
            <ac:spMk id="3" creationId="{F5C5A209-C7E1-4C97-9AA3-39AC3763C42F}"/>
          </ac:spMkLst>
        </pc:spChg>
        <pc:spChg chg="mod">
          <ac:chgData name="Liu, Xiaonan" userId="434a55b4-0cdc-45ed-962c-f0b98a3887b8" providerId="ADAL" clId="{79EE5018-AEE9-43D8-9EDC-0B54177BC1AD}" dt="2024-11-04T09:46:12.446" v="460" actId="20577"/>
          <ac:spMkLst>
            <pc:docMk/>
            <pc:sldMk cId="685022127" sldId="358"/>
            <ac:spMk id="73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4T09:48:02.099" v="495" actId="14100"/>
          <ac:spMkLst>
            <pc:docMk/>
            <pc:sldMk cId="685022127" sldId="358"/>
            <ac:spMk id="74" creationId="{00000000-0000-0000-0000-000000000000}"/>
          </ac:spMkLst>
        </pc:spChg>
        <pc:picChg chg="add mod">
          <ac:chgData name="Liu, Xiaonan" userId="434a55b4-0cdc-45ed-962c-f0b98a3887b8" providerId="ADAL" clId="{79EE5018-AEE9-43D8-9EDC-0B54177BC1AD}" dt="2024-11-04T09:48:34.028" v="499" actId="1076"/>
          <ac:picMkLst>
            <pc:docMk/>
            <pc:sldMk cId="685022127" sldId="358"/>
            <ac:picMk id="5" creationId="{051E407D-E175-4381-5D84-F0DEA0FEF5BF}"/>
          </ac:picMkLst>
        </pc:picChg>
        <pc:picChg chg="add mod">
          <ac:chgData name="Liu, Xiaonan" userId="434a55b4-0cdc-45ed-962c-f0b98a3887b8" providerId="ADAL" clId="{79EE5018-AEE9-43D8-9EDC-0B54177BC1AD}" dt="2024-11-04T09:48:45.035" v="501" actId="1076"/>
          <ac:picMkLst>
            <pc:docMk/>
            <pc:sldMk cId="685022127" sldId="358"/>
            <ac:picMk id="7" creationId="{AC587852-EA32-F528-4A30-34CB13B88DEB}"/>
          </ac:picMkLst>
        </pc:picChg>
        <pc:picChg chg="add del">
          <ac:chgData name="Liu, Xiaonan" userId="434a55b4-0cdc-45ed-962c-f0b98a3887b8" providerId="ADAL" clId="{79EE5018-AEE9-43D8-9EDC-0B54177BC1AD}" dt="2024-11-04T09:48:59.707" v="503" actId="478"/>
          <ac:picMkLst>
            <pc:docMk/>
            <pc:sldMk cId="685022127" sldId="358"/>
            <ac:picMk id="9" creationId="{61DD119B-1088-E909-2BF5-9919E09F8804}"/>
          </ac:picMkLst>
        </pc:picChg>
      </pc:sldChg>
      <pc:sldChg chg="addSp delSp modSp add mod">
        <pc:chgData name="Liu, Xiaonan" userId="434a55b4-0cdc-45ed-962c-f0b98a3887b8" providerId="ADAL" clId="{79EE5018-AEE9-43D8-9EDC-0B54177BC1AD}" dt="2024-11-04T09:50:43.841" v="565" actId="20577"/>
        <pc:sldMkLst>
          <pc:docMk/>
          <pc:sldMk cId="110679187" sldId="359"/>
        </pc:sldMkLst>
        <pc:spChg chg="mod">
          <ac:chgData name="Liu, Xiaonan" userId="434a55b4-0cdc-45ed-962c-f0b98a3887b8" providerId="ADAL" clId="{79EE5018-AEE9-43D8-9EDC-0B54177BC1AD}" dt="2024-11-04T09:49:47.789" v="510"/>
          <ac:spMkLst>
            <pc:docMk/>
            <pc:sldMk cId="110679187" sldId="359"/>
            <ac:spMk id="2" creationId="{E490AC6B-02B5-1D9A-E5AA-6E53987F71DC}"/>
          </ac:spMkLst>
        </pc:spChg>
        <pc:spChg chg="mod">
          <ac:chgData name="Liu, Xiaonan" userId="434a55b4-0cdc-45ed-962c-f0b98a3887b8" providerId="ADAL" clId="{79EE5018-AEE9-43D8-9EDC-0B54177BC1AD}" dt="2024-11-04T09:50:43.841" v="565" actId="20577"/>
          <ac:spMkLst>
            <pc:docMk/>
            <pc:sldMk cId="110679187" sldId="359"/>
            <ac:spMk id="73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4T09:49:24.102" v="507"/>
          <ac:spMkLst>
            <pc:docMk/>
            <pc:sldMk cId="110679187" sldId="359"/>
            <ac:spMk id="74" creationId="{00000000-0000-0000-0000-000000000000}"/>
          </ac:spMkLst>
        </pc:spChg>
        <pc:picChg chg="add mod">
          <ac:chgData name="Liu, Xiaonan" userId="434a55b4-0cdc-45ed-962c-f0b98a3887b8" providerId="ADAL" clId="{79EE5018-AEE9-43D8-9EDC-0B54177BC1AD}" dt="2024-11-04T09:50:03.155" v="513" actId="1076"/>
          <ac:picMkLst>
            <pc:docMk/>
            <pc:sldMk cId="110679187" sldId="359"/>
            <ac:picMk id="4" creationId="{BC99A96C-8059-1AF8-B9EB-B61A7F700BC7}"/>
          </ac:picMkLst>
        </pc:picChg>
        <pc:picChg chg="del">
          <ac:chgData name="Liu, Xiaonan" userId="434a55b4-0cdc-45ed-962c-f0b98a3887b8" providerId="ADAL" clId="{79EE5018-AEE9-43D8-9EDC-0B54177BC1AD}" dt="2024-11-04T09:49:58.616" v="511" actId="478"/>
          <ac:picMkLst>
            <pc:docMk/>
            <pc:sldMk cId="110679187" sldId="359"/>
            <ac:picMk id="5" creationId="{051E407D-E175-4381-5D84-F0DEA0FEF5BF}"/>
          </ac:picMkLst>
        </pc:picChg>
        <pc:picChg chg="del">
          <ac:chgData name="Liu, Xiaonan" userId="434a55b4-0cdc-45ed-962c-f0b98a3887b8" providerId="ADAL" clId="{79EE5018-AEE9-43D8-9EDC-0B54177BC1AD}" dt="2024-11-04T09:50:04.379" v="514" actId="478"/>
          <ac:picMkLst>
            <pc:docMk/>
            <pc:sldMk cId="110679187" sldId="359"/>
            <ac:picMk id="7" creationId="{AC587852-EA32-F528-4A30-34CB13B88DEB}"/>
          </ac:picMkLst>
        </pc:picChg>
        <pc:picChg chg="add mod">
          <ac:chgData name="Liu, Xiaonan" userId="434a55b4-0cdc-45ed-962c-f0b98a3887b8" providerId="ADAL" clId="{79EE5018-AEE9-43D8-9EDC-0B54177BC1AD}" dt="2024-11-04T09:50:24.107" v="517" actId="1076"/>
          <ac:picMkLst>
            <pc:docMk/>
            <pc:sldMk cId="110679187" sldId="359"/>
            <ac:picMk id="8" creationId="{7B67F08E-C9D6-3C19-3BA8-9075A4FF9430}"/>
          </ac:picMkLst>
        </pc:picChg>
      </pc:sldChg>
      <pc:sldChg chg="modSp add mod">
        <pc:chgData name="Liu, Xiaonan" userId="434a55b4-0cdc-45ed-962c-f0b98a3887b8" providerId="ADAL" clId="{79EE5018-AEE9-43D8-9EDC-0B54177BC1AD}" dt="2024-11-04T10:20:02.942" v="597" actId="20577"/>
        <pc:sldMkLst>
          <pc:docMk/>
          <pc:sldMk cId="3762549582" sldId="360"/>
        </pc:sldMkLst>
        <pc:spChg chg="mod">
          <ac:chgData name="Liu, Xiaonan" userId="434a55b4-0cdc-45ed-962c-f0b98a3887b8" providerId="ADAL" clId="{79EE5018-AEE9-43D8-9EDC-0B54177BC1AD}" dt="2024-11-04T10:20:02.942" v="597" actId="20577"/>
          <ac:spMkLst>
            <pc:docMk/>
            <pc:sldMk cId="3762549582" sldId="360"/>
            <ac:spMk id="73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4T10:19:50.079" v="576" actId="207"/>
          <ac:spMkLst>
            <pc:docMk/>
            <pc:sldMk cId="3762549582" sldId="360"/>
            <ac:spMk id="74" creationId="{00000000-0000-0000-0000-000000000000}"/>
          </ac:spMkLst>
        </pc:spChg>
      </pc:sldChg>
      <pc:sldChg chg="addSp modSp add mod">
        <pc:chgData name="Liu, Xiaonan" userId="434a55b4-0cdc-45ed-962c-f0b98a3887b8" providerId="ADAL" clId="{79EE5018-AEE9-43D8-9EDC-0B54177BC1AD}" dt="2024-11-04T10:23:29.618" v="689" actId="1076"/>
        <pc:sldMkLst>
          <pc:docMk/>
          <pc:sldMk cId="934187047" sldId="361"/>
        </pc:sldMkLst>
        <pc:spChg chg="mod">
          <ac:chgData name="Liu, Xiaonan" userId="434a55b4-0cdc-45ed-962c-f0b98a3887b8" providerId="ADAL" clId="{79EE5018-AEE9-43D8-9EDC-0B54177BC1AD}" dt="2024-11-04T10:20:34.748" v="651" actId="20577"/>
          <ac:spMkLst>
            <pc:docMk/>
            <pc:sldMk cId="934187047" sldId="361"/>
            <ac:spMk id="73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4T10:23:27.010" v="688" actId="14100"/>
          <ac:spMkLst>
            <pc:docMk/>
            <pc:sldMk cId="934187047" sldId="361"/>
            <ac:spMk id="74" creationId="{00000000-0000-0000-0000-000000000000}"/>
          </ac:spMkLst>
        </pc:spChg>
        <pc:picChg chg="add mod">
          <ac:chgData name="Liu, Xiaonan" userId="434a55b4-0cdc-45ed-962c-f0b98a3887b8" providerId="ADAL" clId="{79EE5018-AEE9-43D8-9EDC-0B54177BC1AD}" dt="2024-11-04T10:23:29.618" v="689" actId="1076"/>
          <ac:picMkLst>
            <pc:docMk/>
            <pc:sldMk cId="934187047" sldId="361"/>
            <ac:picMk id="3" creationId="{3C36B500-C34E-7199-CF14-C695DBD296DD}"/>
          </ac:picMkLst>
        </pc:picChg>
        <pc:picChg chg="add mod">
          <ac:chgData name="Liu, Xiaonan" userId="434a55b4-0cdc-45ed-962c-f0b98a3887b8" providerId="ADAL" clId="{79EE5018-AEE9-43D8-9EDC-0B54177BC1AD}" dt="2024-11-04T10:22:30.773" v="667"/>
          <ac:picMkLst>
            <pc:docMk/>
            <pc:sldMk cId="934187047" sldId="361"/>
            <ac:picMk id="4" creationId="{60556462-A8F1-4C61-A4D5-CCB1A8E76B1B}"/>
          </ac:picMkLst>
        </pc:picChg>
        <pc:picChg chg="add mod">
          <ac:chgData name="Liu, Xiaonan" userId="434a55b4-0cdc-45ed-962c-f0b98a3887b8" providerId="ADAL" clId="{79EE5018-AEE9-43D8-9EDC-0B54177BC1AD}" dt="2024-11-04T10:22:30.773" v="667"/>
          <ac:picMkLst>
            <pc:docMk/>
            <pc:sldMk cId="934187047" sldId="361"/>
            <ac:picMk id="5" creationId="{F6596542-7C36-516C-19CA-9C26C0CE37C4}"/>
          </ac:picMkLst>
        </pc:picChg>
        <pc:picChg chg="add mod">
          <ac:chgData name="Liu, Xiaonan" userId="434a55b4-0cdc-45ed-962c-f0b98a3887b8" providerId="ADAL" clId="{79EE5018-AEE9-43D8-9EDC-0B54177BC1AD}" dt="2024-11-04T10:22:48.557" v="677" actId="1076"/>
          <ac:picMkLst>
            <pc:docMk/>
            <pc:sldMk cId="934187047" sldId="361"/>
            <ac:picMk id="6" creationId="{4C203A86-325F-61D1-32BF-331907A51F52}"/>
          </ac:picMkLst>
        </pc:picChg>
        <pc:picChg chg="add mod">
          <ac:chgData name="Liu, Xiaonan" userId="434a55b4-0cdc-45ed-962c-f0b98a3887b8" providerId="ADAL" clId="{79EE5018-AEE9-43D8-9EDC-0B54177BC1AD}" dt="2024-11-04T10:22:49.238" v="678" actId="1076"/>
          <ac:picMkLst>
            <pc:docMk/>
            <pc:sldMk cId="934187047" sldId="361"/>
            <ac:picMk id="7" creationId="{614F7CB8-C81F-7F09-8592-263FC92C81B0}"/>
          </ac:picMkLst>
        </pc:picChg>
      </pc:sldChg>
      <pc:sldChg chg="addSp delSp modSp add mod">
        <pc:chgData name="Liu, Xiaonan" userId="434a55b4-0cdc-45ed-962c-f0b98a3887b8" providerId="ADAL" clId="{79EE5018-AEE9-43D8-9EDC-0B54177BC1AD}" dt="2024-11-04T10:29:49.377" v="729" actId="207"/>
        <pc:sldMkLst>
          <pc:docMk/>
          <pc:sldMk cId="3423162429" sldId="362"/>
        </pc:sldMkLst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6" creationId="{8CB58769-3965-869A-944F-57EBB31321A8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7" creationId="{DB888C59-C4D1-88CB-145F-6132E9AF350A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8" creationId="{EA2008A4-AE0E-B76A-13BC-C7C53DDAEF72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9" creationId="{8A7A2BF8-9316-2AF6-864D-5E45FE109B6B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10" creationId="{6B36F221-A1D9-AB31-BF17-99F686DF1C15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11" creationId="{25A7540D-9871-466F-8E31-88097B590EBB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12" creationId="{7D09EE61-6F07-EFA2-180F-650D0D98B70F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13" creationId="{E31ABF54-F48C-E22C-3B78-AD5232D44A4A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14" creationId="{42B300C7-8EDE-CD30-47CC-41CE809F2090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15" creationId="{15F95640-7271-6116-4218-30517DC73FB4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16" creationId="{A7BCB128-4ECF-918A-AEE6-920AFFBC7DC5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19" creationId="{11DD3598-111D-F242-890C-B8CF444F3D5E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20" creationId="{842CB9C5-C0A0-AF46-B2E3-B76C9E0C825C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21" creationId="{530CD857-E254-B010-31A8-588B16CCA5B1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23" creationId="{0D7C991C-456C-8A38-CD3D-F77E6FE3859F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24" creationId="{0DF6A94F-DB61-DA67-F553-71503A72C86F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25" creationId="{5EF01641-F750-7247-4611-297832A05A0E}"/>
          </ac:spMkLst>
        </pc:spChg>
        <pc:spChg chg="mod">
          <ac:chgData name="Liu, Xiaonan" userId="434a55b4-0cdc-45ed-962c-f0b98a3887b8" providerId="ADAL" clId="{79EE5018-AEE9-43D8-9EDC-0B54177BC1AD}" dt="2024-11-04T10:28:56.825" v="718"/>
          <ac:spMkLst>
            <pc:docMk/>
            <pc:sldMk cId="3423162429" sldId="362"/>
            <ac:spMk id="26" creationId="{8D87F2DE-C45C-5EB1-1494-E8EBB1331AC3}"/>
          </ac:spMkLst>
        </pc:spChg>
        <pc:spChg chg="mod">
          <ac:chgData name="Liu, Xiaonan" userId="434a55b4-0cdc-45ed-962c-f0b98a3887b8" providerId="ADAL" clId="{79EE5018-AEE9-43D8-9EDC-0B54177BC1AD}" dt="2024-11-04T10:23:53.456" v="699" actId="20577"/>
          <ac:spMkLst>
            <pc:docMk/>
            <pc:sldMk cId="3423162429" sldId="362"/>
            <ac:spMk id="73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4T10:29:49.377" v="729" actId="207"/>
          <ac:spMkLst>
            <pc:docMk/>
            <pc:sldMk cId="3423162429" sldId="362"/>
            <ac:spMk id="74" creationId="{00000000-0000-0000-0000-000000000000}"/>
          </ac:spMkLst>
        </pc:spChg>
        <pc:grpChg chg="add mod">
          <ac:chgData name="Liu, Xiaonan" userId="434a55b4-0cdc-45ed-962c-f0b98a3887b8" providerId="ADAL" clId="{79EE5018-AEE9-43D8-9EDC-0B54177BC1AD}" dt="2024-11-04T10:29:03.530" v="721" actId="1076"/>
          <ac:grpSpMkLst>
            <pc:docMk/>
            <pc:sldMk cId="3423162429" sldId="362"/>
            <ac:grpSpMk id="5" creationId="{207845AA-1749-3417-052E-67C6EE33DC59}"/>
          </ac:grpSpMkLst>
        </pc:grpChg>
        <pc:picChg chg="add del mod">
          <ac:chgData name="Liu, Xiaonan" userId="434a55b4-0cdc-45ed-962c-f0b98a3887b8" providerId="ADAL" clId="{79EE5018-AEE9-43D8-9EDC-0B54177BC1AD}" dt="2024-11-04T10:28:55.394" v="716" actId="478"/>
          <ac:picMkLst>
            <pc:docMk/>
            <pc:sldMk cId="3423162429" sldId="362"/>
            <ac:picMk id="2" creationId="{9FC36374-593C-B991-AA0F-EFB21BE0B8D1}"/>
          </ac:picMkLst>
        </pc:picChg>
        <pc:picChg chg="add del mod">
          <ac:chgData name="Liu, Xiaonan" userId="434a55b4-0cdc-45ed-962c-f0b98a3887b8" providerId="ADAL" clId="{79EE5018-AEE9-43D8-9EDC-0B54177BC1AD}" dt="2024-11-04T10:28:55.712" v="717" actId="478"/>
          <ac:picMkLst>
            <pc:docMk/>
            <pc:sldMk cId="3423162429" sldId="362"/>
            <ac:picMk id="3" creationId="{0689B2AD-79CB-D5A1-789F-82AF782A17D0}"/>
          </ac:picMkLst>
        </pc:picChg>
        <pc:picChg chg="add del mod">
          <ac:chgData name="Liu, Xiaonan" userId="434a55b4-0cdc-45ed-962c-f0b98a3887b8" providerId="ADAL" clId="{79EE5018-AEE9-43D8-9EDC-0B54177BC1AD}" dt="2024-11-04T10:28:47.664" v="714" actId="478"/>
          <ac:picMkLst>
            <pc:docMk/>
            <pc:sldMk cId="3423162429" sldId="362"/>
            <ac:picMk id="4" creationId="{9B0336F3-0918-05AF-060C-C0A275F17334}"/>
          </ac:picMkLst>
        </pc:picChg>
        <pc:picChg chg="mod">
          <ac:chgData name="Liu, Xiaonan" userId="434a55b4-0cdc-45ed-962c-f0b98a3887b8" providerId="ADAL" clId="{79EE5018-AEE9-43D8-9EDC-0B54177BC1AD}" dt="2024-11-04T10:28:56.825" v="718"/>
          <ac:picMkLst>
            <pc:docMk/>
            <pc:sldMk cId="3423162429" sldId="362"/>
            <ac:picMk id="17" creationId="{E32E32FC-C2A3-EFD5-2D1B-851AC804383D}"/>
          </ac:picMkLst>
        </pc:picChg>
        <pc:picChg chg="mod">
          <ac:chgData name="Liu, Xiaonan" userId="434a55b4-0cdc-45ed-962c-f0b98a3887b8" providerId="ADAL" clId="{79EE5018-AEE9-43D8-9EDC-0B54177BC1AD}" dt="2024-11-04T10:28:56.825" v="718"/>
          <ac:picMkLst>
            <pc:docMk/>
            <pc:sldMk cId="3423162429" sldId="362"/>
            <ac:picMk id="18" creationId="{5A71588D-7948-1CFC-B76E-7C7DC97FB89D}"/>
          </ac:picMkLst>
        </pc:picChg>
        <pc:picChg chg="mod">
          <ac:chgData name="Liu, Xiaonan" userId="434a55b4-0cdc-45ed-962c-f0b98a3887b8" providerId="ADAL" clId="{79EE5018-AEE9-43D8-9EDC-0B54177BC1AD}" dt="2024-11-04T10:28:56.825" v="718"/>
          <ac:picMkLst>
            <pc:docMk/>
            <pc:sldMk cId="3423162429" sldId="362"/>
            <ac:picMk id="22" creationId="{2F75436C-706C-684D-9A84-CC2366CDFF55}"/>
          </ac:picMkLst>
        </pc:picChg>
      </pc:sldChg>
      <pc:sldChg chg="add ord">
        <pc:chgData name="Liu, Xiaonan" userId="434a55b4-0cdc-45ed-962c-f0b98a3887b8" providerId="ADAL" clId="{79EE5018-AEE9-43D8-9EDC-0B54177BC1AD}" dt="2024-11-04T10:29:57.096" v="731"/>
        <pc:sldMkLst>
          <pc:docMk/>
          <pc:sldMk cId="358190650" sldId="363"/>
        </pc:sldMkLst>
      </pc:sldChg>
      <pc:sldChg chg="addSp delSp modSp add mod">
        <pc:chgData name="Liu, Xiaonan" userId="434a55b4-0cdc-45ed-962c-f0b98a3887b8" providerId="ADAL" clId="{79EE5018-AEE9-43D8-9EDC-0B54177BC1AD}" dt="2024-11-04T10:31:58.922" v="787" actId="1076"/>
        <pc:sldMkLst>
          <pc:docMk/>
          <pc:sldMk cId="3162526366" sldId="364"/>
        </pc:sldMkLst>
        <pc:spChg chg="mod">
          <ac:chgData name="Liu, Xiaonan" userId="434a55b4-0cdc-45ed-962c-f0b98a3887b8" providerId="ADAL" clId="{79EE5018-AEE9-43D8-9EDC-0B54177BC1AD}" dt="2024-11-04T10:30:53.596" v="772" actId="20577"/>
          <ac:spMkLst>
            <pc:docMk/>
            <pc:sldMk cId="3162526366" sldId="364"/>
            <ac:spMk id="73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4T10:31:47.747" v="783" actId="207"/>
          <ac:spMkLst>
            <pc:docMk/>
            <pc:sldMk cId="3162526366" sldId="364"/>
            <ac:spMk id="74" creationId="{00000000-0000-0000-0000-000000000000}"/>
          </ac:spMkLst>
        </pc:spChg>
        <pc:picChg chg="add mod">
          <ac:chgData name="Liu, Xiaonan" userId="434a55b4-0cdc-45ed-962c-f0b98a3887b8" providerId="ADAL" clId="{79EE5018-AEE9-43D8-9EDC-0B54177BC1AD}" dt="2024-11-04T10:31:58.922" v="787" actId="1076"/>
          <ac:picMkLst>
            <pc:docMk/>
            <pc:sldMk cId="3162526366" sldId="364"/>
            <ac:picMk id="2" creationId="{BC6FCE6E-64C9-6090-6353-A3284946E865}"/>
          </ac:picMkLst>
        </pc:picChg>
        <pc:picChg chg="del">
          <ac:chgData name="Liu, Xiaonan" userId="434a55b4-0cdc-45ed-962c-f0b98a3887b8" providerId="ADAL" clId="{79EE5018-AEE9-43D8-9EDC-0B54177BC1AD}" dt="2024-11-04T10:31:15.047" v="776" actId="478"/>
          <ac:picMkLst>
            <pc:docMk/>
            <pc:sldMk cId="3162526366" sldId="364"/>
            <ac:picMk id="3" creationId="{3C36B500-C34E-7199-CF14-C695DBD296DD}"/>
          </ac:picMkLst>
        </pc:picChg>
        <pc:picChg chg="del">
          <ac:chgData name="Liu, Xiaonan" userId="434a55b4-0cdc-45ed-962c-f0b98a3887b8" providerId="ADAL" clId="{79EE5018-AEE9-43D8-9EDC-0B54177BC1AD}" dt="2024-11-04T10:31:17.524" v="777" actId="478"/>
          <ac:picMkLst>
            <pc:docMk/>
            <pc:sldMk cId="3162526366" sldId="364"/>
            <ac:picMk id="6" creationId="{4C203A86-325F-61D1-32BF-331907A51F52}"/>
          </ac:picMkLst>
        </pc:picChg>
        <pc:picChg chg="del">
          <ac:chgData name="Liu, Xiaonan" userId="434a55b4-0cdc-45ed-962c-f0b98a3887b8" providerId="ADAL" clId="{79EE5018-AEE9-43D8-9EDC-0B54177BC1AD}" dt="2024-11-04T10:31:17.997" v="778" actId="478"/>
          <ac:picMkLst>
            <pc:docMk/>
            <pc:sldMk cId="3162526366" sldId="364"/>
            <ac:picMk id="7" creationId="{614F7CB8-C81F-7F09-8592-263FC92C81B0}"/>
          </ac:picMkLst>
        </pc:picChg>
      </pc:sldChg>
      <pc:sldChg chg="addSp delSp modSp add mod">
        <pc:chgData name="Liu, Xiaonan" userId="434a55b4-0cdc-45ed-962c-f0b98a3887b8" providerId="ADAL" clId="{79EE5018-AEE9-43D8-9EDC-0B54177BC1AD}" dt="2024-11-04T10:33:13.326" v="833" actId="207"/>
        <pc:sldMkLst>
          <pc:docMk/>
          <pc:sldMk cId="2868132239" sldId="365"/>
        </pc:sldMkLst>
        <pc:spChg chg="mod">
          <ac:chgData name="Liu, Xiaonan" userId="434a55b4-0cdc-45ed-962c-f0b98a3887b8" providerId="ADAL" clId="{79EE5018-AEE9-43D8-9EDC-0B54177BC1AD}" dt="2024-11-04T10:32:30.013" v="821" actId="20577"/>
          <ac:spMkLst>
            <pc:docMk/>
            <pc:sldMk cId="2868132239" sldId="365"/>
            <ac:spMk id="73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4T10:33:13.326" v="833" actId="207"/>
          <ac:spMkLst>
            <pc:docMk/>
            <pc:sldMk cId="2868132239" sldId="365"/>
            <ac:spMk id="74" creationId="{00000000-0000-0000-0000-000000000000}"/>
          </ac:spMkLst>
        </pc:spChg>
        <pc:picChg chg="del">
          <ac:chgData name="Liu, Xiaonan" userId="434a55b4-0cdc-45ed-962c-f0b98a3887b8" providerId="ADAL" clId="{79EE5018-AEE9-43D8-9EDC-0B54177BC1AD}" dt="2024-11-04T10:32:34.455" v="822" actId="478"/>
          <ac:picMkLst>
            <pc:docMk/>
            <pc:sldMk cId="2868132239" sldId="365"/>
            <ac:picMk id="2" creationId="{9FC36374-593C-B991-AA0F-EFB21BE0B8D1}"/>
          </ac:picMkLst>
        </pc:picChg>
        <pc:picChg chg="del">
          <ac:chgData name="Liu, Xiaonan" userId="434a55b4-0cdc-45ed-962c-f0b98a3887b8" providerId="ADAL" clId="{79EE5018-AEE9-43D8-9EDC-0B54177BC1AD}" dt="2024-11-04T10:32:34.867" v="823" actId="478"/>
          <ac:picMkLst>
            <pc:docMk/>
            <pc:sldMk cId="2868132239" sldId="365"/>
            <ac:picMk id="3" creationId="{0689B2AD-79CB-D5A1-789F-82AF782A17D0}"/>
          </ac:picMkLst>
        </pc:picChg>
        <pc:picChg chg="add mod">
          <ac:chgData name="Liu, Xiaonan" userId="434a55b4-0cdc-45ed-962c-f0b98a3887b8" providerId="ADAL" clId="{79EE5018-AEE9-43D8-9EDC-0B54177BC1AD}" dt="2024-11-04T10:32:40.011" v="826" actId="1076"/>
          <ac:picMkLst>
            <pc:docMk/>
            <pc:sldMk cId="2868132239" sldId="365"/>
            <ac:picMk id="4" creationId="{012E83A2-3E9A-EF6D-B43B-D0C463BCD893}"/>
          </ac:picMkLst>
        </pc:picChg>
      </pc:sldChg>
      <pc:sldChg chg="addSp delSp modSp add mod">
        <pc:chgData name="Liu, Xiaonan" userId="434a55b4-0cdc-45ed-962c-f0b98a3887b8" providerId="ADAL" clId="{79EE5018-AEE9-43D8-9EDC-0B54177BC1AD}" dt="2024-11-04T10:37:02.667" v="862" actId="207"/>
        <pc:sldMkLst>
          <pc:docMk/>
          <pc:sldMk cId="3076770157" sldId="366"/>
        </pc:sldMkLst>
        <pc:spChg chg="mod">
          <ac:chgData name="Liu, Xiaonan" userId="434a55b4-0cdc-45ed-962c-f0b98a3887b8" providerId="ADAL" clId="{79EE5018-AEE9-43D8-9EDC-0B54177BC1AD}" dt="2024-11-04T10:36:18.771" v="855" actId="20577"/>
          <ac:spMkLst>
            <pc:docMk/>
            <pc:sldMk cId="3076770157" sldId="366"/>
            <ac:spMk id="73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4T10:37:02.667" v="862" actId="207"/>
          <ac:spMkLst>
            <pc:docMk/>
            <pc:sldMk cId="3076770157" sldId="366"/>
            <ac:spMk id="74" creationId="{00000000-0000-0000-0000-000000000000}"/>
          </ac:spMkLst>
        </pc:spChg>
        <pc:picChg chg="add mod">
          <ac:chgData name="Liu, Xiaonan" userId="434a55b4-0cdc-45ed-962c-f0b98a3887b8" providerId="ADAL" clId="{79EE5018-AEE9-43D8-9EDC-0B54177BC1AD}" dt="2024-11-04T10:36:38.100" v="858" actId="1076"/>
          <ac:picMkLst>
            <pc:docMk/>
            <pc:sldMk cId="3076770157" sldId="366"/>
            <ac:picMk id="3" creationId="{380A0D1D-A7A4-D9D3-6EBE-8C9963A7CC28}"/>
          </ac:picMkLst>
        </pc:picChg>
        <pc:picChg chg="del">
          <ac:chgData name="Liu, Xiaonan" userId="434a55b4-0cdc-45ed-962c-f0b98a3887b8" providerId="ADAL" clId="{79EE5018-AEE9-43D8-9EDC-0B54177BC1AD}" dt="2024-11-04T10:36:27.650" v="856" actId="478"/>
          <ac:picMkLst>
            <pc:docMk/>
            <pc:sldMk cId="3076770157" sldId="366"/>
            <ac:picMk id="4" creationId="{012E83A2-3E9A-EF6D-B43B-D0C463BCD893}"/>
          </ac:picMkLst>
        </pc:picChg>
      </pc:sldChg>
      <pc:sldChg chg="delSp modSp add mod">
        <pc:chgData name="Liu, Xiaonan" userId="434a55b4-0cdc-45ed-962c-f0b98a3887b8" providerId="ADAL" clId="{79EE5018-AEE9-43D8-9EDC-0B54177BC1AD}" dt="2024-11-04T10:38:18.455" v="897" actId="207"/>
        <pc:sldMkLst>
          <pc:docMk/>
          <pc:sldMk cId="3017913322" sldId="367"/>
        </pc:sldMkLst>
        <pc:spChg chg="mod">
          <ac:chgData name="Liu, Xiaonan" userId="434a55b4-0cdc-45ed-962c-f0b98a3887b8" providerId="ADAL" clId="{79EE5018-AEE9-43D8-9EDC-0B54177BC1AD}" dt="2024-11-04T10:37:30.724" v="890" actId="20577"/>
          <ac:spMkLst>
            <pc:docMk/>
            <pc:sldMk cId="3017913322" sldId="367"/>
            <ac:spMk id="73" creationId="{00000000-0000-0000-0000-000000000000}"/>
          </ac:spMkLst>
        </pc:spChg>
        <pc:spChg chg="mod">
          <ac:chgData name="Liu, Xiaonan" userId="434a55b4-0cdc-45ed-962c-f0b98a3887b8" providerId="ADAL" clId="{79EE5018-AEE9-43D8-9EDC-0B54177BC1AD}" dt="2024-11-04T10:38:18.455" v="897" actId="207"/>
          <ac:spMkLst>
            <pc:docMk/>
            <pc:sldMk cId="3017913322" sldId="367"/>
            <ac:spMk id="74" creationId="{00000000-0000-0000-0000-000000000000}"/>
          </ac:spMkLst>
        </pc:spChg>
        <pc:picChg chg="del">
          <ac:chgData name="Liu, Xiaonan" userId="434a55b4-0cdc-45ed-962c-f0b98a3887b8" providerId="ADAL" clId="{79EE5018-AEE9-43D8-9EDC-0B54177BC1AD}" dt="2024-11-04T10:37:14.135" v="864" actId="478"/>
          <ac:picMkLst>
            <pc:docMk/>
            <pc:sldMk cId="3017913322" sldId="367"/>
            <ac:picMk id="2" creationId="{BC6FCE6E-64C9-6090-6353-A3284946E8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" name="Shape 4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95400" latinLnBrk="0">
      <a:spcBef>
        <a:spcPts val="600"/>
      </a:spcBef>
      <a:defRPr sz="1600"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1pPr>
    <a:lvl2pPr indent="228600" defTabSz="1295400" latinLnBrk="0">
      <a:spcBef>
        <a:spcPts val="600"/>
      </a:spcBef>
      <a:defRPr sz="1600"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2pPr>
    <a:lvl3pPr indent="457200" defTabSz="1295400" latinLnBrk="0">
      <a:spcBef>
        <a:spcPts val="600"/>
      </a:spcBef>
      <a:defRPr sz="1600"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3pPr>
    <a:lvl4pPr indent="685800" defTabSz="1295400" latinLnBrk="0">
      <a:spcBef>
        <a:spcPts val="600"/>
      </a:spcBef>
      <a:defRPr sz="1600"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4pPr>
    <a:lvl5pPr indent="914400" defTabSz="1295400" latinLnBrk="0">
      <a:spcBef>
        <a:spcPts val="600"/>
      </a:spcBef>
      <a:defRPr sz="1600"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5pPr>
    <a:lvl6pPr indent="1143000" defTabSz="1295400" latinLnBrk="0">
      <a:spcBef>
        <a:spcPts val="600"/>
      </a:spcBef>
      <a:defRPr sz="1600"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6pPr>
    <a:lvl7pPr indent="1371600" defTabSz="1295400" latinLnBrk="0">
      <a:spcBef>
        <a:spcPts val="600"/>
      </a:spcBef>
      <a:defRPr sz="1600"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7pPr>
    <a:lvl8pPr indent="1600200" defTabSz="1295400" latinLnBrk="0">
      <a:spcBef>
        <a:spcPts val="600"/>
      </a:spcBef>
      <a:defRPr sz="1600"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8pPr>
    <a:lvl9pPr indent="1828800" defTabSz="1295400" latinLnBrk="0">
      <a:spcBef>
        <a:spcPts val="600"/>
      </a:spcBef>
      <a:defRPr sz="1600">
        <a:uFill>
          <a:solidFill>
            <a:srgbClr val="000000"/>
          </a:solidFill>
        </a:uFill>
        <a:latin typeface="굴림"/>
        <a:ea typeface="굴림"/>
        <a:cs typeface="굴림"/>
        <a:sym typeface="굴림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7694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3207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5440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4345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9365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4696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7150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2901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7638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1338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316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7026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5539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0231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80277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7047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90329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54656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51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7" name="Shape 51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9207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"/>
          <p:cNvSpPr/>
          <p:nvPr/>
        </p:nvSpPr>
        <p:spPr>
          <a:xfrm flipV="1">
            <a:off x="-432569" y="4139353"/>
            <a:ext cx="13443246" cy="835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pPr algn="l" defTabSz="457200">
              <a:buClrTx/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12700" y="2019286"/>
            <a:ext cx="12992101" cy="2324101"/>
          </a:xfrm>
          <a:prstGeom prst="rect">
            <a:avLst/>
          </a:prstGeom>
        </p:spPr>
        <p:txBody>
          <a:bodyPr anchor="b"/>
          <a:lstStyle>
            <a:lvl1pPr>
              <a:defRPr sz="6400" b="0" spc="160">
                <a:uFill>
                  <a:solidFill>
                    <a:srgbClr val="941100"/>
                  </a:solidFill>
                </a:uFill>
                <a:latin typeface="+mj-lt"/>
                <a:ea typeface="+mj-ea"/>
                <a:cs typeface="+mj-cs"/>
                <a:sym typeface="Helvetica Neue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4240" y="9248986"/>
            <a:ext cx="340321" cy="342901"/>
          </a:xfrm>
          <a:prstGeom prst="rect">
            <a:avLst/>
          </a:prstGeom>
          <a:ln>
            <a:miter lim="400000"/>
          </a:ln>
        </p:spPr>
        <p:txBody>
          <a:bodyPr lIns="50800" tIns="50800" rIns="50800" bIns="50800" anchor="t"/>
          <a:lstStyle>
            <a:lvl1pPr algn="r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62494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04842" y="698475"/>
            <a:ext cx="12204701" cy="762001"/>
          </a:xfrm>
          <a:prstGeom prst="rect">
            <a:avLst/>
          </a:prstGeom>
          <a:ln w="12700"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181099" y="2095476"/>
            <a:ext cx="10909301" cy="690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/>
          <a:lstStyle>
            <a:lvl2pPr marL="711200" indent="-254000">
              <a:spcBef>
                <a:spcPts val="1400"/>
              </a:spcBef>
              <a:buSzPct val="116666"/>
              <a:defRPr sz="2400"/>
            </a:lvl2pPr>
            <a:lvl3pPr marL="1143000" indent="-228600">
              <a:spcBef>
                <a:spcPts val="600"/>
              </a:spcBef>
              <a:buClr>
                <a:srgbClr val="002F73"/>
              </a:buClr>
              <a:buChar char=""/>
              <a:defRPr sz="1800">
                <a:solidFill>
                  <a:srgbClr val="CE1C00"/>
                </a:solidFill>
                <a:uFill>
                  <a:solidFill>
                    <a:srgbClr val="CE1C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3pPr>
            <a:lvl4pPr marL="1600200" indent="-228600" algn="l">
              <a:spcBef>
                <a:spcPts val="800"/>
              </a:spcBef>
              <a:buClr>
                <a:srgbClr val="D4945E"/>
              </a:buClr>
              <a:buFont typeface="Arial"/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eorgia"/>
                <a:ea typeface="Georgia"/>
                <a:cs typeface="Georgia"/>
                <a:sym typeface="Georgia"/>
              </a:defRPr>
            </a:lvl4pPr>
            <a:lvl5pPr marL="2057400" indent="-228600" algn="l">
              <a:spcBef>
                <a:spcPts val="600"/>
              </a:spcBef>
              <a:buClr>
                <a:srgbClr val="553F2C"/>
              </a:buClr>
              <a:buFont typeface="Arial"/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eorgia"/>
                <a:ea typeface="Georgia"/>
                <a:cs typeface="Georgia"/>
                <a:sym typeface="Georgi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46368" y="9366250"/>
            <a:ext cx="314921" cy="317501"/>
          </a:xfrm>
          <a:prstGeom prst="rect">
            <a:avLst/>
          </a:prstGeom>
          <a:ln w="12700"/>
        </p:spPr>
        <p:txBody>
          <a:bodyPr wrap="none" lIns="38100" tIns="38100" rIns="38100" bIns="38100" anchor="ctr">
            <a:spAutoFit/>
          </a:bodyPr>
          <a:lstStyle>
            <a:lvl1pPr>
              <a:buClrTx/>
              <a:defRPr sz="16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</p:sldLayoutIdLst>
  <p:transition spd="med"/>
  <p:txStyles>
    <p:titleStyle>
      <a:lvl1pPr marL="0" marR="0" indent="0" algn="l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125" baseline="0">
          <a:solidFill>
            <a:schemeClr val="accent1"/>
          </a:solidFill>
          <a:uFill>
            <a:solidFill>
              <a:srgbClr val="5C0700"/>
            </a:solidFill>
          </a:uFill>
          <a:latin typeface="Helvetica"/>
          <a:ea typeface="Helvetica"/>
          <a:cs typeface="Helvetica"/>
          <a:sym typeface="Helvetica"/>
        </a:defRPr>
      </a:lvl1pPr>
      <a:lvl2pPr marL="0" marR="0" indent="228600" algn="l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125" baseline="0">
          <a:solidFill>
            <a:schemeClr val="accent1"/>
          </a:solidFill>
          <a:uFill>
            <a:solidFill>
              <a:srgbClr val="5C0700"/>
            </a:solidFill>
          </a:uFill>
          <a:latin typeface="Helvetica"/>
          <a:ea typeface="Helvetica"/>
          <a:cs typeface="Helvetica"/>
          <a:sym typeface="Helvetica"/>
        </a:defRPr>
      </a:lvl2pPr>
      <a:lvl3pPr marL="0" marR="0" indent="457200" algn="l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125" baseline="0">
          <a:solidFill>
            <a:schemeClr val="accent1"/>
          </a:solidFill>
          <a:uFill>
            <a:solidFill>
              <a:srgbClr val="5C0700"/>
            </a:solidFill>
          </a:uFill>
          <a:latin typeface="Helvetica"/>
          <a:ea typeface="Helvetica"/>
          <a:cs typeface="Helvetica"/>
          <a:sym typeface="Helvetica"/>
        </a:defRPr>
      </a:lvl3pPr>
      <a:lvl4pPr marL="0" marR="0" indent="685800" algn="l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125" baseline="0">
          <a:solidFill>
            <a:schemeClr val="accent1"/>
          </a:solidFill>
          <a:uFill>
            <a:solidFill>
              <a:srgbClr val="5C0700"/>
            </a:solidFill>
          </a:uFill>
          <a:latin typeface="Helvetica"/>
          <a:ea typeface="Helvetica"/>
          <a:cs typeface="Helvetica"/>
          <a:sym typeface="Helvetica"/>
        </a:defRPr>
      </a:lvl4pPr>
      <a:lvl5pPr marL="0" marR="0" indent="914400" algn="l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125" baseline="0">
          <a:solidFill>
            <a:schemeClr val="accent1"/>
          </a:solidFill>
          <a:uFill>
            <a:solidFill>
              <a:srgbClr val="5C0700"/>
            </a:solidFill>
          </a:uFill>
          <a:latin typeface="Helvetica"/>
          <a:ea typeface="Helvetica"/>
          <a:cs typeface="Helvetica"/>
          <a:sym typeface="Helvetica"/>
        </a:defRPr>
      </a:lvl5pPr>
      <a:lvl6pPr marL="0" marR="0" indent="1143000" algn="l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125" baseline="0">
          <a:solidFill>
            <a:schemeClr val="accent1"/>
          </a:solidFill>
          <a:uFill>
            <a:solidFill>
              <a:srgbClr val="5C0700"/>
            </a:solidFill>
          </a:uFill>
          <a:latin typeface="Helvetica"/>
          <a:ea typeface="Helvetica"/>
          <a:cs typeface="Helvetica"/>
          <a:sym typeface="Helvetica"/>
        </a:defRPr>
      </a:lvl6pPr>
      <a:lvl7pPr marL="0" marR="0" indent="1371600" algn="l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125" baseline="0">
          <a:solidFill>
            <a:schemeClr val="accent1"/>
          </a:solidFill>
          <a:uFill>
            <a:solidFill>
              <a:srgbClr val="5C0700"/>
            </a:solidFill>
          </a:uFill>
          <a:latin typeface="Helvetica"/>
          <a:ea typeface="Helvetica"/>
          <a:cs typeface="Helvetica"/>
          <a:sym typeface="Helvetica"/>
        </a:defRPr>
      </a:lvl7pPr>
      <a:lvl8pPr marL="0" marR="0" indent="1600200" algn="l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125" baseline="0">
          <a:solidFill>
            <a:schemeClr val="accent1"/>
          </a:solidFill>
          <a:uFill>
            <a:solidFill>
              <a:srgbClr val="5C0700"/>
            </a:solidFill>
          </a:uFill>
          <a:latin typeface="Helvetica"/>
          <a:ea typeface="Helvetica"/>
          <a:cs typeface="Helvetica"/>
          <a:sym typeface="Helvetica"/>
        </a:defRPr>
      </a:lvl8pPr>
      <a:lvl9pPr marL="0" marR="0" indent="1828800" algn="l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125" baseline="0">
          <a:solidFill>
            <a:schemeClr val="accent1"/>
          </a:solidFill>
          <a:uFill>
            <a:solidFill>
              <a:srgbClr val="5C0700"/>
            </a:solidFill>
          </a:uFill>
          <a:latin typeface="Helvetica"/>
          <a:ea typeface="Helvetica"/>
          <a:cs typeface="Helvetica"/>
          <a:sym typeface="Helvetica"/>
        </a:defRPr>
      </a:lvl9pPr>
    </p:titleStyle>
    <p:bodyStyle>
      <a:lvl1pPr marL="254000" marR="0" indent="-254000" algn="just" defTabSz="12954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31000"/>
        <a:buFontTx/>
        <a:buChar char="•"/>
        <a:tabLst/>
        <a:defRPr sz="2800" b="0" i="0" u="none" strike="noStrike" cap="none" spc="0" baseline="0">
          <a:solidFill>
            <a:srgbClr val="212121"/>
          </a:solidFill>
          <a:uFill>
            <a:solidFill>
              <a:srgbClr val="212121"/>
            </a:solidFill>
          </a:uFill>
          <a:latin typeface="+mn-lt"/>
          <a:ea typeface="+mn-ea"/>
          <a:cs typeface="+mn-cs"/>
          <a:sym typeface="Helvetica Light"/>
        </a:defRPr>
      </a:lvl1pPr>
      <a:lvl2pPr marL="753533" marR="0" indent="-296333" algn="just" defTabSz="12954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25000"/>
        <a:buFontTx/>
        <a:buChar char="•"/>
        <a:tabLst/>
        <a:defRPr sz="2800" b="0" i="0" u="none" strike="noStrike" cap="none" spc="0" baseline="0">
          <a:solidFill>
            <a:srgbClr val="212121"/>
          </a:solidFill>
          <a:uFill>
            <a:solidFill>
              <a:srgbClr val="212121"/>
            </a:solidFill>
          </a:uFill>
          <a:latin typeface="+mn-lt"/>
          <a:ea typeface="+mn-ea"/>
          <a:cs typeface="+mn-cs"/>
          <a:sym typeface="Helvetica Light"/>
        </a:defRPr>
      </a:lvl2pPr>
      <a:lvl3pPr marL="1270000" marR="0" indent="-355600" algn="just" defTabSz="12954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212121"/>
          </a:solidFill>
          <a:uFill>
            <a:solidFill>
              <a:srgbClr val="212121"/>
            </a:solidFill>
          </a:uFill>
          <a:latin typeface="+mn-lt"/>
          <a:ea typeface="+mn-ea"/>
          <a:cs typeface="+mn-cs"/>
          <a:sym typeface="Helvetica Light"/>
        </a:defRPr>
      </a:lvl3pPr>
      <a:lvl4pPr marL="1727200" marR="0" indent="-355600" algn="just" defTabSz="12954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212121"/>
          </a:solidFill>
          <a:uFill>
            <a:solidFill>
              <a:srgbClr val="212121"/>
            </a:solidFill>
          </a:uFill>
          <a:latin typeface="+mn-lt"/>
          <a:ea typeface="+mn-ea"/>
          <a:cs typeface="+mn-cs"/>
          <a:sym typeface="Helvetica Light"/>
        </a:defRPr>
      </a:lvl4pPr>
      <a:lvl5pPr marL="2184400" marR="0" indent="-355600" algn="just" defTabSz="12954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212121"/>
          </a:solidFill>
          <a:uFill>
            <a:solidFill>
              <a:srgbClr val="212121"/>
            </a:solidFill>
          </a:uFill>
          <a:latin typeface="+mn-lt"/>
          <a:ea typeface="+mn-ea"/>
          <a:cs typeface="+mn-cs"/>
          <a:sym typeface="Helvetica Light"/>
        </a:defRPr>
      </a:lvl5pPr>
      <a:lvl6pPr marL="3340100" marR="0" indent="-889000" algn="just" defTabSz="12954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71000"/>
        <a:buFontTx/>
        <a:buChar char="•"/>
        <a:tabLst/>
        <a:defRPr sz="2800" b="0" i="0" u="none" strike="noStrike" cap="none" spc="0" baseline="0">
          <a:solidFill>
            <a:srgbClr val="212121"/>
          </a:solidFill>
          <a:uFill>
            <a:solidFill>
              <a:srgbClr val="212121"/>
            </a:solidFill>
          </a:uFill>
          <a:latin typeface="+mn-lt"/>
          <a:ea typeface="+mn-ea"/>
          <a:cs typeface="+mn-cs"/>
          <a:sym typeface="Helvetica Light"/>
        </a:defRPr>
      </a:lvl6pPr>
      <a:lvl7pPr marL="3695700" marR="0" indent="-889000" algn="just" defTabSz="12954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71000"/>
        <a:buFontTx/>
        <a:buChar char="•"/>
        <a:tabLst/>
        <a:defRPr sz="2800" b="0" i="0" u="none" strike="noStrike" cap="none" spc="0" baseline="0">
          <a:solidFill>
            <a:srgbClr val="212121"/>
          </a:solidFill>
          <a:uFill>
            <a:solidFill>
              <a:srgbClr val="212121"/>
            </a:solidFill>
          </a:uFill>
          <a:latin typeface="+mn-lt"/>
          <a:ea typeface="+mn-ea"/>
          <a:cs typeface="+mn-cs"/>
          <a:sym typeface="Helvetica Light"/>
        </a:defRPr>
      </a:lvl7pPr>
      <a:lvl8pPr marL="4051300" marR="0" indent="-889000" algn="just" defTabSz="12954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71000"/>
        <a:buFontTx/>
        <a:buChar char="•"/>
        <a:tabLst/>
        <a:defRPr sz="2800" b="0" i="0" u="none" strike="noStrike" cap="none" spc="0" baseline="0">
          <a:solidFill>
            <a:srgbClr val="212121"/>
          </a:solidFill>
          <a:uFill>
            <a:solidFill>
              <a:srgbClr val="212121"/>
            </a:solidFill>
          </a:uFill>
          <a:latin typeface="+mn-lt"/>
          <a:ea typeface="+mn-ea"/>
          <a:cs typeface="+mn-cs"/>
          <a:sym typeface="Helvetica Light"/>
        </a:defRPr>
      </a:lvl8pPr>
      <a:lvl9pPr marL="4406900" marR="0" indent="-889000" algn="just" defTabSz="12954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71000"/>
        <a:buFontTx/>
        <a:buChar char="•"/>
        <a:tabLst/>
        <a:defRPr sz="2800" b="0" i="0" u="none" strike="noStrike" cap="none" spc="0" baseline="0">
          <a:solidFill>
            <a:srgbClr val="212121"/>
          </a:solidFill>
          <a:uFill>
            <a:solidFill>
              <a:srgbClr val="212121"/>
            </a:solidFill>
          </a:uFill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29292"/>
            </a:solidFill>
          </a:uFill>
          <a:latin typeface="+mn-lt"/>
          <a:ea typeface="+mn-ea"/>
          <a:cs typeface="+mn-cs"/>
          <a:sym typeface="굴림"/>
        </a:defRPr>
      </a:lvl1pPr>
      <a:lvl2pPr marL="0" marR="0" indent="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29292"/>
            </a:solidFill>
          </a:uFill>
          <a:latin typeface="+mn-lt"/>
          <a:ea typeface="+mn-ea"/>
          <a:cs typeface="+mn-cs"/>
          <a:sym typeface="굴림"/>
        </a:defRPr>
      </a:lvl2pPr>
      <a:lvl3pPr marL="0" marR="0" indent="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29292"/>
            </a:solidFill>
          </a:uFill>
          <a:latin typeface="+mn-lt"/>
          <a:ea typeface="+mn-ea"/>
          <a:cs typeface="+mn-cs"/>
          <a:sym typeface="굴림"/>
        </a:defRPr>
      </a:lvl3pPr>
      <a:lvl4pPr marL="0" marR="0" indent="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29292"/>
            </a:solidFill>
          </a:uFill>
          <a:latin typeface="+mn-lt"/>
          <a:ea typeface="+mn-ea"/>
          <a:cs typeface="+mn-cs"/>
          <a:sym typeface="굴림"/>
        </a:defRPr>
      </a:lvl4pPr>
      <a:lvl5pPr marL="0" marR="0" indent="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29292"/>
            </a:solidFill>
          </a:uFill>
          <a:latin typeface="+mn-lt"/>
          <a:ea typeface="+mn-ea"/>
          <a:cs typeface="+mn-cs"/>
          <a:sym typeface="굴림"/>
        </a:defRPr>
      </a:lvl5pPr>
      <a:lvl6pPr marL="0" marR="0" indent="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29292"/>
            </a:solidFill>
          </a:uFill>
          <a:latin typeface="+mn-lt"/>
          <a:ea typeface="+mn-ea"/>
          <a:cs typeface="+mn-cs"/>
          <a:sym typeface="굴림"/>
        </a:defRPr>
      </a:lvl6pPr>
      <a:lvl7pPr marL="0" marR="0" indent="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29292"/>
            </a:solidFill>
          </a:uFill>
          <a:latin typeface="+mn-lt"/>
          <a:ea typeface="+mn-ea"/>
          <a:cs typeface="+mn-cs"/>
          <a:sym typeface="굴림"/>
        </a:defRPr>
      </a:lvl7pPr>
      <a:lvl8pPr marL="0" marR="0" indent="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29292"/>
            </a:solidFill>
          </a:uFill>
          <a:latin typeface="+mn-lt"/>
          <a:ea typeface="+mn-ea"/>
          <a:cs typeface="+mn-cs"/>
          <a:sym typeface="굴림"/>
        </a:defRPr>
      </a:lvl8pPr>
      <a:lvl9pPr marL="0" marR="0" indent="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29292"/>
            </a:solidFill>
          </a:uFill>
          <a:latin typeface="+mn-lt"/>
          <a:ea typeface="+mn-ea"/>
          <a:cs typeface="+mn-cs"/>
          <a:sym typeface="굴림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127250" y="9248986"/>
            <a:ext cx="227311" cy="342901"/>
          </a:xfrm>
          <a:prstGeom prst="rect">
            <a:avLst/>
          </a:prstGeom>
          <a:ln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algn="r" defTabSz="170281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44" name="CUHKSZ Summer Course: MCE5912 Distributed Systems and Parallel Computing  Topic 1: Introduction"/>
          <p:cNvSpPr txBox="1">
            <a:spLocks noGrp="1"/>
          </p:cNvSpPr>
          <p:nvPr>
            <p:ph type="ctrTitle"/>
          </p:nvPr>
        </p:nvSpPr>
        <p:spPr>
          <a:xfrm>
            <a:off x="191197" y="1815670"/>
            <a:ext cx="12992101" cy="2324101"/>
          </a:xfrm>
          <a:prstGeom prst="rect">
            <a:avLst/>
          </a:prstGeom>
        </p:spPr>
        <p:txBody>
          <a:bodyPr/>
          <a:lstStyle/>
          <a:p>
            <a:pPr defTabSz="1702810">
              <a:defRPr sz="2200" spc="55"/>
            </a:pPr>
            <a:r>
              <a:rPr lang="en-US" sz="2400" spc="60" dirty="0"/>
              <a:t>JC4001:</a:t>
            </a:r>
            <a:r>
              <a:rPr lang="zh-CN" altLang="en-US" sz="2400" spc="60" dirty="0"/>
              <a:t> </a:t>
            </a:r>
            <a:r>
              <a:rPr sz="2400" spc="60" dirty="0"/>
              <a:t>Distributed Systems</a:t>
            </a:r>
            <a:br>
              <a:rPr dirty="0"/>
            </a:br>
            <a:r>
              <a:rPr lang="en-GB" sz="4000" spc="100" dirty="0"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altLang="zh-CN" sz="4000" spc="100" dirty="0" err="1">
                <a:latin typeface="Helvetica Neue"/>
                <a:ea typeface="Helvetica Neue"/>
                <a:cs typeface="Helvetica Neue"/>
                <a:sym typeface="Helvetica Neue"/>
              </a:rPr>
              <a:t>ederated</a:t>
            </a:r>
            <a:r>
              <a:rPr lang="en-US" altLang="zh-CN" sz="4000" spc="100" dirty="0">
                <a:latin typeface="Helvetica Neue"/>
                <a:ea typeface="Helvetica Neue"/>
                <a:cs typeface="Helvetica Neue"/>
                <a:sym typeface="Helvetica Neue"/>
              </a:rPr>
              <a:t> Learning</a:t>
            </a:r>
            <a:endParaRPr sz="4000" spc="1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86333F-6439-FF73-E94B-9756DCE6A4EF}"/>
              </a:ext>
            </a:extLst>
          </p:cNvPr>
          <p:cNvSpPr txBox="1"/>
          <p:nvPr/>
        </p:nvSpPr>
        <p:spPr>
          <a:xfrm>
            <a:off x="3118757" y="5408026"/>
            <a:ext cx="6302829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굴림"/>
              </a:rPr>
              <a:t>Xiaonan Liu</a:t>
            </a:r>
          </a:p>
          <a:p>
            <a:pPr marL="0" marR="0" indent="0" algn="ctr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xiaonan.liu@abdn.ac.uk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  <a:sym typeface="굴림"/>
            </a:endParaRPr>
          </a:p>
        </p:txBody>
      </p:sp>
      <p:pic>
        <p:nvPicPr>
          <p:cNvPr id="1026" name="Picture 2" descr="University of Aberdeen | Scotland.org">
            <a:extLst>
              <a:ext uri="{FF2B5EF4-FFF2-40B4-BE49-F238E27FC236}">
                <a16:creationId xmlns:a16="http://schemas.microsoft.com/office/drawing/2014/main" id="{42E4C53D-8F52-2229-39A5-40F16A1C8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546" y="6486736"/>
            <a:ext cx="695325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ssess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Outline</a:t>
            </a:r>
            <a:endParaRPr dirty="0"/>
          </a:p>
        </p:txBody>
      </p:sp>
      <p:sp>
        <p:nvSpPr>
          <p:cNvPr id="50" name="In-class presentation 20% (Topic12 and13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What is Federated Learning</a:t>
            </a:r>
          </a:p>
          <a:p>
            <a:r>
              <a:rPr lang="en-US" dirty="0"/>
              <a:t>A Baseline Algorithm: Federated Averaging</a:t>
            </a:r>
          </a:p>
          <a:p>
            <a:r>
              <a:rPr lang="en-GB" dirty="0"/>
              <a:t>Some Challenges in Federated Learning</a:t>
            </a:r>
            <a:endParaRPr lang="en-US" dirty="0"/>
          </a:p>
          <a:p>
            <a:endParaRPr dirty="0"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What is Federated Learning</a:t>
            </a:r>
            <a:endParaRPr dirty="0"/>
          </a:p>
        </p:txBody>
      </p:sp>
      <p:sp>
        <p:nvSpPr>
          <p:cNvPr id="67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98513" y="2081996"/>
            <a:ext cx="12406237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The standard setting in Machine Learning (ML) considers a </a:t>
            </a:r>
            <a:r>
              <a:rPr lang="en-GB" dirty="0">
                <a:solidFill>
                  <a:srgbClr val="FF0000"/>
                </a:solidFill>
              </a:rPr>
              <a:t>centralized dataset  processed in a tightly integrated system</a:t>
            </a:r>
          </a:p>
          <a:p>
            <a:r>
              <a:rPr lang="en-GB" dirty="0"/>
              <a:t>But in the real world </a:t>
            </a:r>
            <a:r>
              <a:rPr lang="en-GB" dirty="0">
                <a:solidFill>
                  <a:srgbClr val="FF0000"/>
                </a:solidFill>
              </a:rPr>
              <a:t>data is often decentralized across many parties</a:t>
            </a:r>
          </a:p>
          <a:p>
            <a:pPr lvl="2">
              <a:defRPr sz="220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D87D30-3BD6-00E5-DF69-E15475E5D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50" y="4569816"/>
            <a:ext cx="12045900" cy="31017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What is Federated Learning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299281" y="2046941"/>
            <a:ext cx="12406237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Sending the data may be </a:t>
            </a:r>
            <a:r>
              <a:rPr lang="en-GB" dirty="0">
                <a:solidFill>
                  <a:srgbClr val="FF0000"/>
                </a:solidFill>
              </a:rPr>
              <a:t>too costly</a:t>
            </a:r>
            <a:endParaRPr dirty="0">
              <a:solidFill>
                <a:srgbClr val="FF0000"/>
              </a:solidFill>
            </a:endParaRPr>
          </a:p>
          <a:p>
            <a:pPr lvl="1"/>
            <a:r>
              <a:rPr lang="en-GB" dirty="0"/>
              <a:t>Self-driving cars are expected to generate several TBs of data a day</a:t>
            </a:r>
          </a:p>
          <a:p>
            <a:pPr lvl="1"/>
            <a:r>
              <a:rPr lang="en-GB" dirty="0"/>
              <a:t>Some wireless devices have limited bandwidth/power</a:t>
            </a:r>
          </a:p>
          <a:p>
            <a:r>
              <a:rPr lang="en-GB" dirty="0"/>
              <a:t>Data may be considered </a:t>
            </a:r>
            <a:r>
              <a:rPr lang="en-GB" dirty="0">
                <a:solidFill>
                  <a:srgbClr val="FF0000"/>
                </a:solidFill>
              </a:rPr>
              <a:t>too sensitive</a:t>
            </a:r>
          </a:p>
          <a:p>
            <a:pPr lvl="1"/>
            <a:r>
              <a:rPr lang="en-GB" dirty="0"/>
              <a:t>We see a growing public awareness and regulations on data privacy</a:t>
            </a:r>
          </a:p>
          <a:p>
            <a:pPr lvl="1"/>
            <a:r>
              <a:rPr lang="en-GB" dirty="0"/>
              <a:t>Keeping control of data can give a competitive advantage in business and research</a:t>
            </a: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What is Federated Learning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299281" y="2046941"/>
            <a:ext cx="12406237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The local dataset may be </a:t>
            </a:r>
            <a:r>
              <a:rPr lang="en-GB" dirty="0">
                <a:solidFill>
                  <a:srgbClr val="FF0000"/>
                </a:solidFill>
              </a:rPr>
              <a:t>too small</a:t>
            </a:r>
          </a:p>
          <a:p>
            <a:pPr lvl="1"/>
            <a:r>
              <a:rPr lang="en-GB" dirty="0"/>
              <a:t>Sub-par predictive performance (e.g., due to overfitting)</a:t>
            </a:r>
          </a:p>
          <a:p>
            <a:pPr lvl="1"/>
            <a:r>
              <a:rPr lang="en-GB" dirty="0"/>
              <a:t>Non-statistically significant results (e.g., medical studies)</a:t>
            </a:r>
          </a:p>
          <a:p>
            <a:r>
              <a:rPr lang="en-GB" dirty="0"/>
              <a:t>The local dataset may be </a:t>
            </a:r>
            <a:r>
              <a:rPr lang="en-GB" dirty="0">
                <a:solidFill>
                  <a:srgbClr val="FF0000"/>
                </a:solidFill>
              </a:rPr>
              <a:t>biased</a:t>
            </a:r>
          </a:p>
          <a:p>
            <a:pPr lvl="1"/>
            <a:r>
              <a:rPr lang="en-GB" dirty="0"/>
              <a:t>Not representative of the target distribution</a:t>
            </a: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2" name="object 4">
            <a:extLst>
              <a:ext uri="{FF2B5EF4-FFF2-40B4-BE49-F238E27FC236}">
                <a16:creationId xmlns:a16="http://schemas.microsoft.com/office/drawing/2014/main" id="{B42A7105-7022-0B2A-BA3A-BE3F70673D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44913" y="1682974"/>
            <a:ext cx="1925648" cy="1634896"/>
          </a:xfrm>
          <a:prstGeom prst="rect">
            <a:avLst/>
          </a:prstGeom>
        </p:spPr>
      </p:pic>
      <p:grpSp>
        <p:nvGrpSpPr>
          <p:cNvPr id="3" name="object 5">
            <a:extLst>
              <a:ext uri="{FF2B5EF4-FFF2-40B4-BE49-F238E27FC236}">
                <a16:creationId xmlns:a16="http://schemas.microsoft.com/office/drawing/2014/main" id="{375E23E8-1925-20AE-536D-FC3251D64196}"/>
              </a:ext>
            </a:extLst>
          </p:cNvPr>
          <p:cNvGrpSpPr/>
          <p:nvPr/>
        </p:nvGrpSpPr>
        <p:grpSpPr>
          <a:xfrm>
            <a:off x="9043812" y="3836636"/>
            <a:ext cx="2327849" cy="2300170"/>
            <a:chOff x="4260115" y="1856147"/>
            <a:chExt cx="629920" cy="629920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AD5D02B9-DDD2-9A9E-4475-F860D33CAA76}"/>
                </a:ext>
              </a:extLst>
            </p:cNvPr>
            <p:cNvSpPr/>
            <p:nvPr/>
          </p:nvSpPr>
          <p:spPr>
            <a:xfrm>
              <a:off x="4266293" y="1862325"/>
              <a:ext cx="617855" cy="617855"/>
            </a:xfrm>
            <a:custGeom>
              <a:avLst/>
              <a:gdLst/>
              <a:ahLst/>
              <a:cxnLst/>
              <a:rect l="l" t="t" r="r" b="b"/>
              <a:pathLst>
                <a:path w="617854" h="617855">
                  <a:moveTo>
                    <a:pt x="617569" y="308784"/>
                  </a:moveTo>
                  <a:lnTo>
                    <a:pt x="614224" y="354452"/>
                  </a:lnTo>
                  <a:lnTo>
                    <a:pt x="604509" y="398027"/>
                  </a:lnTo>
                  <a:lnTo>
                    <a:pt x="588897" y="439033"/>
                  </a:lnTo>
                  <a:lnTo>
                    <a:pt x="567864" y="476995"/>
                  </a:lnTo>
                  <a:lnTo>
                    <a:pt x="541886" y="511438"/>
                  </a:lnTo>
                  <a:lnTo>
                    <a:pt x="511438" y="541886"/>
                  </a:lnTo>
                  <a:lnTo>
                    <a:pt x="476995" y="567864"/>
                  </a:lnTo>
                  <a:lnTo>
                    <a:pt x="439033" y="588897"/>
                  </a:lnTo>
                  <a:lnTo>
                    <a:pt x="398027" y="604509"/>
                  </a:lnTo>
                  <a:lnTo>
                    <a:pt x="354452" y="614224"/>
                  </a:lnTo>
                  <a:lnTo>
                    <a:pt x="308784" y="617569"/>
                  </a:lnTo>
                  <a:lnTo>
                    <a:pt x="263116" y="614224"/>
                  </a:lnTo>
                  <a:lnTo>
                    <a:pt x="219541" y="604509"/>
                  </a:lnTo>
                  <a:lnTo>
                    <a:pt x="178535" y="588897"/>
                  </a:lnTo>
                  <a:lnTo>
                    <a:pt x="140573" y="567864"/>
                  </a:lnTo>
                  <a:lnTo>
                    <a:pt x="106130" y="541886"/>
                  </a:lnTo>
                  <a:lnTo>
                    <a:pt x="75682" y="511438"/>
                  </a:lnTo>
                  <a:lnTo>
                    <a:pt x="49704" y="476995"/>
                  </a:lnTo>
                  <a:lnTo>
                    <a:pt x="28671" y="439033"/>
                  </a:lnTo>
                  <a:lnTo>
                    <a:pt x="13059" y="398027"/>
                  </a:lnTo>
                  <a:lnTo>
                    <a:pt x="3344" y="354452"/>
                  </a:lnTo>
                  <a:lnTo>
                    <a:pt x="0" y="308784"/>
                  </a:lnTo>
                  <a:lnTo>
                    <a:pt x="3344" y="263116"/>
                  </a:lnTo>
                  <a:lnTo>
                    <a:pt x="13059" y="219541"/>
                  </a:lnTo>
                  <a:lnTo>
                    <a:pt x="28671" y="178535"/>
                  </a:lnTo>
                  <a:lnTo>
                    <a:pt x="49704" y="140573"/>
                  </a:lnTo>
                  <a:lnTo>
                    <a:pt x="75682" y="106130"/>
                  </a:lnTo>
                  <a:lnTo>
                    <a:pt x="106130" y="75682"/>
                  </a:lnTo>
                  <a:lnTo>
                    <a:pt x="140573" y="49704"/>
                  </a:lnTo>
                  <a:lnTo>
                    <a:pt x="178535" y="28671"/>
                  </a:lnTo>
                  <a:lnTo>
                    <a:pt x="219541" y="13059"/>
                  </a:lnTo>
                  <a:lnTo>
                    <a:pt x="263116" y="3344"/>
                  </a:lnTo>
                  <a:lnTo>
                    <a:pt x="308784" y="0"/>
                  </a:lnTo>
                  <a:lnTo>
                    <a:pt x="354452" y="3344"/>
                  </a:lnTo>
                  <a:lnTo>
                    <a:pt x="398027" y="13059"/>
                  </a:lnTo>
                  <a:lnTo>
                    <a:pt x="439033" y="28671"/>
                  </a:lnTo>
                  <a:lnTo>
                    <a:pt x="476995" y="49704"/>
                  </a:lnTo>
                  <a:lnTo>
                    <a:pt x="511438" y="75682"/>
                  </a:lnTo>
                  <a:lnTo>
                    <a:pt x="541886" y="106130"/>
                  </a:lnTo>
                  <a:lnTo>
                    <a:pt x="567864" y="140573"/>
                  </a:lnTo>
                  <a:lnTo>
                    <a:pt x="588897" y="178535"/>
                  </a:lnTo>
                  <a:lnTo>
                    <a:pt x="604509" y="219541"/>
                  </a:lnTo>
                  <a:lnTo>
                    <a:pt x="614224" y="263116"/>
                  </a:lnTo>
                  <a:lnTo>
                    <a:pt x="617569" y="308784"/>
                  </a:lnTo>
                  <a:close/>
                </a:path>
              </a:pathLst>
            </a:custGeom>
            <a:ln w="123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39F5C6E6-AAFF-3F5B-B871-62F29B073019}"/>
                </a:ext>
              </a:extLst>
            </p:cNvPr>
            <p:cNvSpPr/>
            <p:nvPr/>
          </p:nvSpPr>
          <p:spPr>
            <a:xfrm>
              <a:off x="4448413" y="1958602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21915" y="43481"/>
                  </a:moveTo>
                  <a:lnTo>
                    <a:pt x="13410" y="41751"/>
                  </a:lnTo>
                  <a:lnTo>
                    <a:pt x="6441" y="37040"/>
                  </a:lnTo>
                  <a:lnTo>
                    <a:pt x="1730" y="30071"/>
                  </a:lnTo>
                  <a:lnTo>
                    <a:pt x="0" y="21565"/>
                  </a:lnTo>
                  <a:lnTo>
                    <a:pt x="1730" y="13145"/>
                  </a:lnTo>
                  <a:lnTo>
                    <a:pt x="6441" y="6292"/>
                  </a:lnTo>
                  <a:lnTo>
                    <a:pt x="13410" y="1685"/>
                  </a:lnTo>
                  <a:lnTo>
                    <a:pt x="21915" y="0"/>
                  </a:lnTo>
                  <a:lnTo>
                    <a:pt x="30366" y="1685"/>
                  </a:lnTo>
                  <a:lnTo>
                    <a:pt x="37215" y="6292"/>
                  </a:lnTo>
                  <a:lnTo>
                    <a:pt x="41805" y="13145"/>
                  </a:lnTo>
                  <a:lnTo>
                    <a:pt x="43481" y="21565"/>
                  </a:lnTo>
                  <a:lnTo>
                    <a:pt x="41805" y="30071"/>
                  </a:lnTo>
                  <a:lnTo>
                    <a:pt x="37215" y="37040"/>
                  </a:lnTo>
                  <a:lnTo>
                    <a:pt x="30366" y="41751"/>
                  </a:lnTo>
                  <a:lnTo>
                    <a:pt x="21915" y="434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9C36CBD0-F0AE-DC5D-D013-F747B5F93C43}"/>
                </a:ext>
              </a:extLst>
            </p:cNvPr>
            <p:cNvSpPr/>
            <p:nvPr/>
          </p:nvSpPr>
          <p:spPr>
            <a:xfrm>
              <a:off x="4448413" y="1958602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43481" y="21565"/>
                  </a:moveTo>
                  <a:lnTo>
                    <a:pt x="41805" y="30071"/>
                  </a:lnTo>
                  <a:lnTo>
                    <a:pt x="37215" y="37040"/>
                  </a:lnTo>
                  <a:lnTo>
                    <a:pt x="30366" y="41751"/>
                  </a:lnTo>
                  <a:lnTo>
                    <a:pt x="21915" y="43481"/>
                  </a:lnTo>
                  <a:lnTo>
                    <a:pt x="13410" y="41751"/>
                  </a:lnTo>
                  <a:lnTo>
                    <a:pt x="6441" y="37040"/>
                  </a:lnTo>
                  <a:lnTo>
                    <a:pt x="1730" y="30071"/>
                  </a:lnTo>
                  <a:lnTo>
                    <a:pt x="0" y="21565"/>
                  </a:lnTo>
                  <a:lnTo>
                    <a:pt x="1730" y="13145"/>
                  </a:lnTo>
                  <a:lnTo>
                    <a:pt x="6441" y="6292"/>
                  </a:lnTo>
                  <a:lnTo>
                    <a:pt x="13410" y="1685"/>
                  </a:lnTo>
                  <a:lnTo>
                    <a:pt x="21915" y="0"/>
                  </a:lnTo>
                  <a:lnTo>
                    <a:pt x="30366" y="1685"/>
                  </a:lnTo>
                  <a:lnTo>
                    <a:pt x="37215" y="6292"/>
                  </a:lnTo>
                  <a:lnTo>
                    <a:pt x="41805" y="13145"/>
                  </a:lnTo>
                  <a:lnTo>
                    <a:pt x="43481" y="21565"/>
                  </a:lnTo>
                  <a:close/>
                </a:path>
              </a:pathLst>
            </a:custGeom>
            <a:ln w="8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49509675-D5A9-0D17-52E1-DE2B3F015E20}"/>
                </a:ext>
              </a:extLst>
            </p:cNvPr>
            <p:cNvSpPr/>
            <p:nvPr/>
          </p:nvSpPr>
          <p:spPr>
            <a:xfrm>
              <a:off x="4566325" y="1944948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21635" y="43761"/>
                  </a:moveTo>
                  <a:lnTo>
                    <a:pt x="13174" y="42031"/>
                  </a:lnTo>
                  <a:lnTo>
                    <a:pt x="6301" y="37320"/>
                  </a:lnTo>
                  <a:lnTo>
                    <a:pt x="1687" y="30351"/>
                  </a:lnTo>
                  <a:lnTo>
                    <a:pt x="0" y="21845"/>
                  </a:lnTo>
                  <a:lnTo>
                    <a:pt x="1687" y="13351"/>
                  </a:lnTo>
                  <a:lnTo>
                    <a:pt x="6301" y="6406"/>
                  </a:lnTo>
                  <a:lnTo>
                    <a:pt x="13174" y="1719"/>
                  </a:lnTo>
                  <a:lnTo>
                    <a:pt x="21635" y="0"/>
                  </a:lnTo>
                  <a:lnTo>
                    <a:pt x="30100" y="1719"/>
                  </a:lnTo>
                  <a:lnTo>
                    <a:pt x="37048" y="6406"/>
                  </a:lnTo>
                  <a:lnTo>
                    <a:pt x="41752" y="13351"/>
                  </a:lnTo>
                  <a:lnTo>
                    <a:pt x="43481" y="21845"/>
                  </a:lnTo>
                  <a:lnTo>
                    <a:pt x="41752" y="30351"/>
                  </a:lnTo>
                  <a:lnTo>
                    <a:pt x="37048" y="37320"/>
                  </a:lnTo>
                  <a:lnTo>
                    <a:pt x="30100" y="42031"/>
                  </a:lnTo>
                  <a:lnTo>
                    <a:pt x="21635" y="437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1F06C803-BBD5-E8DF-2C7C-B4B55B84F547}"/>
                </a:ext>
              </a:extLst>
            </p:cNvPr>
            <p:cNvSpPr/>
            <p:nvPr/>
          </p:nvSpPr>
          <p:spPr>
            <a:xfrm>
              <a:off x="4566325" y="1944948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43481" y="21845"/>
                  </a:moveTo>
                  <a:lnTo>
                    <a:pt x="41752" y="30351"/>
                  </a:lnTo>
                  <a:lnTo>
                    <a:pt x="37048" y="37320"/>
                  </a:lnTo>
                  <a:lnTo>
                    <a:pt x="30100" y="42031"/>
                  </a:lnTo>
                  <a:lnTo>
                    <a:pt x="21635" y="43761"/>
                  </a:lnTo>
                  <a:lnTo>
                    <a:pt x="13174" y="42031"/>
                  </a:lnTo>
                  <a:lnTo>
                    <a:pt x="6301" y="37320"/>
                  </a:lnTo>
                  <a:lnTo>
                    <a:pt x="1687" y="30351"/>
                  </a:lnTo>
                  <a:lnTo>
                    <a:pt x="0" y="21845"/>
                  </a:lnTo>
                  <a:lnTo>
                    <a:pt x="1687" y="13351"/>
                  </a:lnTo>
                  <a:lnTo>
                    <a:pt x="6301" y="6406"/>
                  </a:lnTo>
                  <a:lnTo>
                    <a:pt x="13174" y="1719"/>
                  </a:lnTo>
                  <a:lnTo>
                    <a:pt x="21635" y="0"/>
                  </a:lnTo>
                  <a:lnTo>
                    <a:pt x="30100" y="1719"/>
                  </a:lnTo>
                  <a:lnTo>
                    <a:pt x="37048" y="6406"/>
                  </a:lnTo>
                  <a:lnTo>
                    <a:pt x="41752" y="13351"/>
                  </a:lnTo>
                  <a:lnTo>
                    <a:pt x="43481" y="21845"/>
                  </a:lnTo>
                  <a:close/>
                </a:path>
              </a:pathLst>
            </a:custGeom>
            <a:ln w="8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2D3DE70D-8C22-29B6-B887-87B4D29D43E1}"/>
                </a:ext>
              </a:extLst>
            </p:cNvPr>
            <p:cNvSpPr/>
            <p:nvPr/>
          </p:nvSpPr>
          <p:spPr>
            <a:xfrm>
              <a:off x="4566325" y="2049696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21635" y="43481"/>
                  </a:moveTo>
                  <a:lnTo>
                    <a:pt x="13174" y="41751"/>
                  </a:lnTo>
                  <a:lnTo>
                    <a:pt x="6301" y="37040"/>
                  </a:lnTo>
                  <a:lnTo>
                    <a:pt x="1687" y="30071"/>
                  </a:lnTo>
                  <a:lnTo>
                    <a:pt x="0" y="21565"/>
                  </a:lnTo>
                  <a:lnTo>
                    <a:pt x="1687" y="13115"/>
                  </a:lnTo>
                  <a:lnTo>
                    <a:pt x="6301" y="6266"/>
                  </a:lnTo>
                  <a:lnTo>
                    <a:pt x="13174" y="1676"/>
                  </a:lnTo>
                  <a:lnTo>
                    <a:pt x="21635" y="0"/>
                  </a:lnTo>
                  <a:lnTo>
                    <a:pt x="30100" y="1676"/>
                  </a:lnTo>
                  <a:lnTo>
                    <a:pt x="37048" y="6266"/>
                  </a:lnTo>
                  <a:lnTo>
                    <a:pt x="41752" y="13115"/>
                  </a:lnTo>
                  <a:lnTo>
                    <a:pt x="43481" y="21565"/>
                  </a:lnTo>
                  <a:lnTo>
                    <a:pt x="41752" y="30071"/>
                  </a:lnTo>
                  <a:lnTo>
                    <a:pt x="37048" y="37040"/>
                  </a:lnTo>
                  <a:lnTo>
                    <a:pt x="30100" y="41751"/>
                  </a:lnTo>
                  <a:lnTo>
                    <a:pt x="21635" y="434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73903D3B-5A16-DEA3-DF56-24F54CD1538E}"/>
                </a:ext>
              </a:extLst>
            </p:cNvPr>
            <p:cNvSpPr/>
            <p:nvPr/>
          </p:nvSpPr>
          <p:spPr>
            <a:xfrm>
              <a:off x="4566325" y="2049696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43481" y="21565"/>
                  </a:moveTo>
                  <a:lnTo>
                    <a:pt x="41752" y="30071"/>
                  </a:lnTo>
                  <a:lnTo>
                    <a:pt x="37048" y="37040"/>
                  </a:lnTo>
                  <a:lnTo>
                    <a:pt x="30100" y="41751"/>
                  </a:lnTo>
                  <a:lnTo>
                    <a:pt x="21635" y="43481"/>
                  </a:lnTo>
                  <a:lnTo>
                    <a:pt x="13174" y="41751"/>
                  </a:lnTo>
                  <a:lnTo>
                    <a:pt x="6301" y="37040"/>
                  </a:lnTo>
                  <a:lnTo>
                    <a:pt x="1687" y="30071"/>
                  </a:lnTo>
                  <a:lnTo>
                    <a:pt x="0" y="21565"/>
                  </a:lnTo>
                  <a:lnTo>
                    <a:pt x="1687" y="13115"/>
                  </a:lnTo>
                  <a:lnTo>
                    <a:pt x="6301" y="6266"/>
                  </a:lnTo>
                  <a:lnTo>
                    <a:pt x="13174" y="1676"/>
                  </a:lnTo>
                  <a:lnTo>
                    <a:pt x="21635" y="0"/>
                  </a:lnTo>
                  <a:lnTo>
                    <a:pt x="30100" y="1676"/>
                  </a:lnTo>
                  <a:lnTo>
                    <a:pt x="37048" y="6266"/>
                  </a:lnTo>
                  <a:lnTo>
                    <a:pt x="41752" y="13115"/>
                  </a:lnTo>
                  <a:lnTo>
                    <a:pt x="43481" y="21565"/>
                  </a:lnTo>
                  <a:close/>
                </a:path>
              </a:pathLst>
            </a:custGeom>
            <a:ln w="8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F4B1CBD6-284B-F5CF-B0E1-74C51F23F439}"/>
                </a:ext>
              </a:extLst>
            </p:cNvPr>
            <p:cNvSpPr/>
            <p:nvPr/>
          </p:nvSpPr>
          <p:spPr>
            <a:xfrm>
              <a:off x="4333862" y="210165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91" y="304373"/>
                  </a:moveTo>
                  <a:lnTo>
                    <a:pt x="104215" y="296621"/>
                  </a:lnTo>
                  <a:lnTo>
                    <a:pt x="62417" y="275025"/>
                  </a:lnTo>
                  <a:lnTo>
                    <a:pt x="29428" y="242076"/>
                  </a:lnTo>
                  <a:lnTo>
                    <a:pt x="7778" y="200265"/>
                  </a:lnTo>
                  <a:lnTo>
                    <a:pt x="0" y="152081"/>
                  </a:lnTo>
                  <a:lnTo>
                    <a:pt x="7778" y="104000"/>
                  </a:lnTo>
                  <a:lnTo>
                    <a:pt x="29428" y="62250"/>
                  </a:lnTo>
                  <a:lnTo>
                    <a:pt x="62417" y="29334"/>
                  </a:lnTo>
                  <a:lnTo>
                    <a:pt x="104215" y="7750"/>
                  </a:lnTo>
                  <a:lnTo>
                    <a:pt x="152291" y="0"/>
                  </a:lnTo>
                  <a:lnTo>
                    <a:pt x="200509" y="7750"/>
                  </a:lnTo>
                  <a:lnTo>
                    <a:pt x="242341" y="29334"/>
                  </a:lnTo>
                  <a:lnTo>
                    <a:pt x="275301" y="62250"/>
                  </a:lnTo>
                  <a:lnTo>
                    <a:pt x="296900" y="104000"/>
                  </a:lnTo>
                  <a:lnTo>
                    <a:pt x="304653" y="152081"/>
                  </a:lnTo>
                  <a:lnTo>
                    <a:pt x="296900" y="200265"/>
                  </a:lnTo>
                  <a:lnTo>
                    <a:pt x="275301" y="242076"/>
                  </a:lnTo>
                  <a:lnTo>
                    <a:pt x="242341" y="275025"/>
                  </a:lnTo>
                  <a:lnTo>
                    <a:pt x="200509" y="296621"/>
                  </a:lnTo>
                  <a:lnTo>
                    <a:pt x="152291" y="304373"/>
                  </a:lnTo>
                  <a:close/>
                </a:path>
              </a:pathLst>
            </a:custGeom>
            <a:solidFill>
              <a:srgbClr val="000087">
                <a:alpha val="27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5397568A-C25E-8FD5-8B6B-60FE3CED6542}"/>
                </a:ext>
              </a:extLst>
            </p:cNvPr>
            <p:cNvSpPr/>
            <p:nvPr/>
          </p:nvSpPr>
          <p:spPr>
            <a:xfrm>
              <a:off x="4333862" y="210165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653" y="152081"/>
                  </a:moveTo>
                  <a:lnTo>
                    <a:pt x="296900" y="200265"/>
                  </a:lnTo>
                  <a:lnTo>
                    <a:pt x="275301" y="242076"/>
                  </a:lnTo>
                  <a:lnTo>
                    <a:pt x="242341" y="275025"/>
                  </a:lnTo>
                  <a:lnTo>
                    <a:pt x="200509" y="296621"/>
                  </a:lnTo>
                  <a:lnTo>
                    <a:pt x="152291" y="304373"/>
                  </a:lnTo>
                  <a:lnTo>
                    <a:pt x="104215" y="296621"/>
                  </a:lnTo>
                  <a:lnTo>
                    <a:pt x="62417" y="275025"/>
                  </a:lnTo>
                  <a:lnTo>
                    <a:pt x="29428" y="242076"/>
                  </a:lnTo>
                  <a:lnTo>
                    <a:pt x="7778" y="200265"/>
                  </a:lnTo>
                  <a:lnTo>
                    <a:pt x="0" y="152081"/>
                  </a:lnTo>
                  <a:lnTo>
                    <a:pt x="7778" y="104000"/>
                  </a:lnTo>
                  <a:lnTo>
                    <a:pt x="29428" y="62250"/>
                  </a:lnTo>
                  <a:lnTo>
                    <a:pt x="62417" y="29334"/>
                  </a:lnTo>
                  <a:lnTo>
                    <a:pt x="104215" y="7750"/>
                  </a:lnTo>
                  <a:lnTo>
                    <a:pt x="152291" y="0"/>
                  </a:lnTo>
                  <a:lnTo>
                    <a:pt x="200509" y="7750"/>
                  </a:lnTo>
                  <a:lnTo>
                    <a:pt x="242341" y="29334"/>
                  </a:lnTo>
                  <a:lnTo>
                    <a:pt x="275301" y="62250"/>
                  </a:lnTo>
                  <a:lnTo>
                    <a:pt x="296900" y="104000"/>
                  </a:lnTo>
                  <a:lnTo>
                    <a:pt x="304653" y="152081"/>
                  </a:lnTo>
                  <a:close/>
                </a:path>
              </a:pathLst>
            </a:custGeom>
            <a:ln w="105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CEA56B0C-0B15-AD49-D863-7F5841A37791}"/>
                </a:ext>
              </a:extLst>
            </p:cNvPr>
            <p:cNvSpPr/>
            <p:nvPr/>
          </p:nvSpPr>
          <p:spPr>
            <a:xfrm>
              <a:off x="4394008" y="2207520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21635" y="43481"/>
                  </a:moveTo>
                  <a:lnTo>
                    <a:pt x="13174" y="41794"/>
                  </a:lnTo>
                  <a:lnTo>
                    <a:pt x="6301" y="37180"/>
                  </a:lnTo>
                  <a:lnTo>
                    <a:pt x="1687" y="30307"/>
                  </a:lnTo>
                  <a:lnTo>
                    <a:pt x="0" y="21845"/>
                  </a:lnTo>
                  <a:lnTo>
                    <a:pt x="1687" y="13351"/>
                  </a:lnTo>
                  <a:lnTo>
                    <a:pt x="6301" y="6406"/>
                  </a:lnTo>
                  <a:lnTo>
                    <a:pt x="13174" y="1719"/>
                  </a:lnTo>
                  <a:lnTo>
                    <a:pt x="21635" y="0"/>
                  </a:lnTo>
                  <a:lnTo>
                    <a:pt x="30130" y="1719"/>
                  </a:lnTo>
                  <a:lnTo>
                    <a:pt x="37075" y="6406"/>
                  </a:lnTo>
                  <a:lnTo>
                    <a:pt x="41762" y="13351"/>
                  </a:lnTo>
                  <a:lnTo>
                    <a:pt x="43481" y="21845"/>
                  </a:lnTo>
                  <a:lnTo>
                    <a:pt x="41762" y="30307"/>
                  </a:lnTo>
                  <a:lnTo>
                    <a:pt x="37075" y="37180"/>
                  </a:lnTo>
                  <a:lnTo>
                    <a:pt x="30130" y="41794"/>
                  </a:lnTo>
                  <a:lnTo>
                    <a:pt x="21635" y="434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>
              <a:extLst>
                <a:ext uri="{FF2B5EF4-FFF2-40B4-BE49-F238E27FC236}">
                  <a16:creationId xmlns:a16="http://schemas.microsoft.com/office/drawing/2014/main" id="{5D924076-F9EE-11BE-2054-6EF3B52C566B}"/>
                </a:ext>
              </a:extLst>
            </p:cNvPr>
            <p:cNvSpPr/>
            <p:nvPr/>
          </p:nvSpPr>
          <p:spPr>
            <a:xfrm>
              <a:off x="4394008" y="2207520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43481" y="21845"/>
                  </a:moveTo>
                  <a:lnTo>
                    <a:pt x="41762" y="30307"/>
                  </a:lnTo>
                  <a:lnTo>
                    <a:pt x="37075" y="37180"/>
                  </a:lnTo>
                  <a:lnTo>
                    <a:pt x="30130" y="41794"/>
                  </a:lnTo>
                  <a:lnTo>
                    <a:pt x="21635" y="43481"/>
                  </a:lnTo>
                  <a:lnTo>
                    <a:pt x="13174" y="41794"/>
                  </a:lnTo>
                  <a:lnTo>
                    <a:pt x="6301" y="37180"/>
                  </a:lnTo>
                  <a:lnTo>
                    <a:pt x="1687" y="30307"/>
                  </a:lnTo>
                  <a:lnTo>
                    <a:pt x="0" y="21845"/>
                  </a:lnTo>
                  <a:lnTo>
                    <a:pt x="1687" y="13351"/>
                  </a:lnTo>
                  <a:lnTo>
                    <a:pt x="6301" y="6406"/>
                  </a:lnTo>
                  <a:lnTo>
                    <a:pt x="13174" y="1719"/>
                  </a:lnTo>
                  <a:lnTo>
                    <a:pt x="21635" y="0"/>
                  </a:lnTo>
                  <a:lnTo>
                    <a:pt x="30130" y="1719"/>
                  </a:lnTo>
                  <a:lnTo>
                    <a:pt x="37075" y="6406"/>
                  </a:lnTo>
                  <a:lnTo>
                    <a:pt x="41762" y="13351"/>
                  </a:lnTo>
                  <a:lnTo>
                    <a:pt x="43481" y="21845"/>
                  </a:lnTo>
                  <a:close/>
                </a:path>
              </a:pathLst>
            </a:custGeom>
            <a:ln w="8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7">
              <a:extLst>
                <a:ext uri="{FF2B5EF4-FFF2-40B4-BE49-F238E27FC236}">
                  <a16:creationId xmlns:a16="http://schemas.microsoft.com/office/drawing/2014/main" id="{E9E43901-5315-92C7-1590-149D60683B9F}"/>
                </a:ext>
              </a:extLst>
            </p:cNvPr>
            <p:cNvSpPr/>
            <p:nvPr/>
          </p:nvSpPr>
          <p:spPr>
            <a:xfrm>
              <a:off x="4491895" y="2181473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21915" y="43551"/>
                  </a:moveTo>
                  <a:lnTo>
                    <a:pt x="13410" y="41864"/>
                  </a:lnTo>
                  <a:lnTo>
                    <a:pt x="6441" y="37250"/>
                  </a:lnTo>
                  <a:lnTo>
                    <a:pt x="1730" y="30377"/>
                  </a:lnTo>
                  <a:lnTo>
                    <a:pt x="0" y="21915"/>
                  </a:lnTo>
                  <a:lnTo>
                    <a:pt x="1730" y="13410"/>
                  </a:lnTo>
                  <a:lnTo>
                    <a:pt x="6441" y="6441"/>
                  </a:lnTo>
                  <a:lnTo>
                    <a:pt x="13410" y="1730"/>
                  </a:lnTo>
                  <a:lnTo>
                    <a:pt x="21915" y="0"/>
                  </a:lnTo>
                  <a:lnTo>
                    <a:pt x="30377" y="1730"/>
                  </a:lnTo>
                  <a:lnTo>
                    <a:pt x="37250" y="6441"/>
                  </a:lnTo>
                  <a:lnTo>
                    <a:pt x="41864" y="13410"/>
                  </a:lnTo>
                  <a:lnTo>
                    <a:pt x="43551" y="21915"/>
                  </a:lnTo>
                  <a:lnTo>
                    <a:pt x="41864" y="30377"/>
                  </a:lnTo>
                  <a:lnTo>
                    <a:pt x="37250" y="37250"/>
                  </a:lnTo>
                  <a:lnTo>
                    <a:pt x="30377" y="41864"/>
                  </a:lnTo>
                  <a:lnTo>
                    <a:pt x="21915" y="43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8">
              <a:extLst>
                <a:ext uri="{FF2B5EF4-FFF2-40B4-BE49-F238E27FC236}">
                  <a16:creationId xmlns:a16="http://schemas.microsoft.com/office/drawing/2014/main" id="{E25BB536-57EE-7B71-1B15-DA7E2BA1543F}"/>
                </a:ext>
              </a:extLst>
            </p:cNvPr>
            <p:cNvSpPr/>
            <p:nvPr/>
          </p:nvSpPr>
          <p:spPr>
            <a:xfrm>
              <a:off x="4491895" y="2181473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43551" y="21915"/>
                  </a:moveTo>
                  <a:lnTo>
                    <a:pt x="41864" y="30377"/>
                  </a:lnTo>
                  <a:lnTo>
                    <a:pt x="37250" y="37250"/>
                  </a:lnTo>
                  <a:lnTo>
                    <a:pt x="30377" y="41864"/>
                  </a:lnTo>
                  <a:lnTo>
                    <a:pt x="21915" y="43551"/>
                  </a:lnTo>
                  <a:lnTo>
                    <a:pt x="13410" y="41864"/>
                  </a:lnTo>
                  <a:lnTo>
                    <a:pt x="6441" y="37250"/>
                  </a:lnTo>
                  <a:lnTo>
                    <a:pt x="1730" y="30377"/>
                  </a:lnTo>
                  <a:lnTo>
                    <a:pt x="0" y="21915"/>
                  </a:lnTo>
                  <a:lnTo>
                    <a:pt x="1730" y="13410"/>
                  </a:lnTo>
                  <a:lnTo>
                    <a:pt x="6441" y="6441"/>
                  </a:lnTo>
                  <a:lnTo>
                    <a:pt x="13410" y="1730"/>
                  </a:lnTo>
                  <a:lnTo>
                    <a:pt x="21915" y="0"/>
                  </a:lnTo>
                  <a:lnTo>
                    <a:pt x="30377" y="1730"/>
                  </a:lnTo>
                  <a:lnTo>
                    <a:pt x="37250" y="6441"/>
                  </a:lnTo>
                  <a:lnTo>
                    <a:pt x="41864" y="13410"/>
                  </a:lnTo>
                  <a:lnTo>
                    <a:pt x="43551" y="21915"/>
                  </a:lnTo>
                  <a:close/>
                </a:path>
              </a:pathLst>
            </a:custGeom>
            <a:ln w="8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9">
              <a:extLst>
                <a:ext uri="{FF2B5EF4-FFF2-40B4-BE49-F238E27FC236}">
                  <a16:creationId xmlns:a16="http://schemas.microsoft.com/office/drawing/2014/main" id="{36ECD9B8-65D8-1995-8E38-0778CF97D50D}"/>
                </a:ext>
              </a:extLst>
            </p:cNvPr>
            <p:cNvSpPr/>
            <p:nvPr/>
          </p:nvSpPr>
          <p:spPr>
            <a:xfrm>
              <a:off x="4438610" y="2275858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21565" y="43481"/>
                  </a:moveTo>
                  <a:lnTo>
                    <a:pt x="13145" y="41795"/>
                  </a:lnTo>
                  <a:lnTo>
                    <a:pt x="6292" y="37188"/>
                  </a:lnTo>
                  <a:lnTo>
                    <a:pt x="1685" y="30336"/>
                  </a:lnTo>
                  <a:lnTo>
                    <a:pt x="0" y="21915"/>
                  </a:lnTo>
                  <a:lnTo>
                    <a:pt x="1685" y="13410"/>
                  </a:lnTo>
                  <a:lnTo>
                    <a:pt x="6292" y="6441"/>
                  </a:lnTo>
                  <a:lnTo>
                    <a:pt x="13145" y="1730"/>
                  </a:lnTo>
                  <a:lnTo>
                    <a:pt x="21565" y="0"/>
                  </a:lnTo>
                  <a:lnTo>
                    <a:pt x="30071" y="1730"/>
                  </a:lnTo>
                  <a:lnTo>
                    <a:pt x="37040" y="6441"/>
                  </a:lnTo>
                  <a:lnTo>
                    <a:pt x="41751" y="13410"/>
                  </a:lnTo>
                  <a:lnTo>
                    <a:pt x="43481" y="21915"/>
                  </a:lnTo>
                  <a:lnTo>
                    <a:pt x="41751" y="30336"/>
                  </a:lnTo>
                  <a:lnTo>
                    <a:pt x="37040" y="37188"/>
                  </a:lnTo>
                  <a:lnTo>
                    <a:pt x="30071" y="41795"/>
                  </a:lnTo>
                  <a:lnTo>
                    <a:pt x="21565" y="434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0">
              <a:extLst>
                <a:ext uri="{FF2B5EF4-FFF2-40B4-BE49-F238E27FC236}">
                  <a16:creationId xmlns:a16="http://schemas.microsoft.com/office/drawing/2014/main" id="{5C196E95-E127-43F4-443D-76077F8FC8CE}"/>
                </a:ext>
              </a:extLst>
            </p:cNvPr>
            <p:cNvSpPr/>
            <p:nvPr/>
          </p:nvSpPr>
          <p:spPr>
            <a:xfrm>
              <a:off x="4438610" y="2275858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43481" y="21915"/>
                  </a:moveTo>
                  <a:lnTo>
                    <a:pt x="41751" y="30336"/>
                  </a:lnTo>
                  <a:lnTo>
                    <a:pt x="37040" y="37188"/>
                  </a:lnTo>
                  <a:lnTo>
                    <a:pt x="30071" y="41795"/>
                  </a:lnTo>
                  <a:lnTo>
                    <a:pt x="21565" y="43481"/>
                  </a:lnTo>
                  <a:lnTo>
                    <a:pt x="13145" y="41795"/>
                  </a:lnTo>
                  <a:lnTo>
                    <a:pt x="6292" y="37188"/>
                  </a:lnTo>
                  <a:lnTo>
                    <a:pt x="1685" y="30336"/>
                  </a:lnTo>
                  <a:lnTo>
                    <a:pt x="0" y="21915"/>
                  </a:lnTo>
                  <a:lnTo>
                    <a:pt x="1685" y="13410"/>
                  </a:lnTo>
                  <a:lnTo>
                    <a:pt x="6292" y="6441"/>
                  </a:lnTo>
                  <a:lnTo>
                    <a:pt x="13145" y="1730"/>
                  </a:lnTo>
                  <a:lnTo>
                    <a:pt x="21565" y="0"/>
                  </a:lnTo>
                  <a:lnTo>
                    <a:pt x="30071" y="1730"/>
                  </a:lnTo>
                  <a:lnTo>
                    <a:pt x="37040" y="6441"/>
                  </a:lnTo>
                  <a:lnTo>
                    <a:pt x="41751" y="13410"/>
                  </a:lnTo>
                  <a:lnTo>
                    <a:pt x="43481" y="21915"/>
                  </a:lnTo>
                  <a:close/>
                </a:path>
              </a:pathLst>
            </a:custGeom>
            <a:ln w="8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1">
              <a:extLst>
                <a:ext uri="{FF2B5EF4-FFF2-40B4-BE49-F238E27FC236}">
                  <a16:creationId xmlns:a16="http://schemas.microsoft.com/office/drawing/2014/main" id="{C5398F86-7C6B-3742-A076-7FE42F277CCF}"/>
                </a:ext>
              </a:extLst>
            </p:cNvPr>
            <p:cNvSpPr/>
            <p:nvPr/>
          </p:nvSpPr>
          <p:spPr>
            <a:xfrm>
              <a:off x="4521723" y="2263815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21635" y="43481"/>
                  </a:moveTo>
                  <a:lnTo>
                    <a:pt x="13174" y="41762"/>
                  </a:lnTo>
                  <a:lnTo>
                    <a:pt x="6301" y="37075"/>
                  </a:lnTo>
                  <a:lnTo>
                    <a:pt x="1687" y="30130"/>
                  </a:lnTo>
                  <a:lnTo>
                    <a:pt x="0" y="21635"/>
                  </a:lnTo>
                  <a:lnTo>
                    <a:pt x="1687" y="13174"/>
                  </a:lnTo>
                  <a:lnTo>
                    <a:pt x="6301" y="6301"/>
                  </a:lnTo>
                  <a:lnTo>
                    <a:pt x="13174" y="1687"/>
                  </a:lnTo>
                  <a:lnTo>
                    <a:pt x="21635" y="0"/>
                  </a:lnTo>
                  <a:lnTo>
                    <a:pt x="30130" y="1687"/>
                  </a:lnTo>
                  <a:lnTo>
                    <a:pt x="37075" y="6301"/>
                  </a:lnTo>
                  <a:lnTo>
                    <a:pt x="41762" y="13174"/>
                  </a:lnTo>
                  <a:lnTo>
                    <a:pt x="43481" y="21635"/>
                  </a:lnTo>
                  <a:lnTo>
                    <a:pt x="41762" y="30130"/>
                  </a:lnTo>
                  <a:lnTo>
                    <a:pt x="37075" y="37075"/>
                  </a:lnTo>
                  <a:lnTo>
                    <a:pt x="30130" y="41762"/>
                  </a:lnTo>
                  <a:lnTo>
                    <a:pt x="21635" y="434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2">
              <a:extLst>
                <a:ext uri="{FF2B5EF4-FFF2-40B4-BE49-F238E27FC236}">
                  <a16:creationId xmlns:a16="http://schemas.microsoft.com/office/drawing/2014/main" id="{B1437232-28F5-5FB5-57C2-6A8C6FC09906}"/>
                </a:ext>
              </a:extLst>
            </p:cNvPr>
            <p:cNvSpPr/>
            <p:nvPr/>
          </p:nvSpPr>
          <p:spPr>
            <a:xfrm>
              <a:off x="4521723" y="2263815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43481" y="21635"/>
                  </a:moveTo>
                  <a:lnTo>
                    <a:pt x="41762" y="30130"/>
                  </a:lnTo>
                  <a:lnTo>
                    <a:pt x="37075" y="37075"/>
                  </a:lnTo>
                  <a:lnTo>
                    <a:pt x="30130" y="41762"/>
                  </a:lnTo>
                  <a:lnTo>
                    <a:pt x="21635" y="43481"/>
                  </a:lnTo>
                  <a:lnTo>
                    <a:pt x="13174" y="41762"/>
                  </a:lnTo>
                  <a:lnTo>
                    <a:pt x="6301" y="37075"/>
                  </a:lnTo>
                  <a:lnTo>
                    <a:pt x="1687" y="30130"/>
                  </a:lnTo>
                  <a:lnTo>
                    <a:pt x="0" y="21635"/>
                  </a:lnTo>
                  <a:lnTo>
                    <a:pt x="1687" y="13174"/>
                  </a:lnTo>
                  <a:lnTo>
                    <a:pt x="6301" y="6301"/>
                  </a:lnTo>
                  <a:lnTo>
                    <a:pt x="13174" y="1687"/>
                  </a:lnTo>
                  <a:lnTo>
                    <a:pt x="21635" y="0"/>
                  </a:lnTo>
                  <a:lnTo>
                    <a:pt x="30130" y="1687"/>
                  </a:lnTo>
                  <a:lnTo>
                    <a:pt x="37075" y="6301"/>
                  </a:lnTo>
                  <a:lnTo>
                    <a:pt x="41762" y="13174"/>
                  </a:lnTo>
                  <a:lnTo>
                    <a:pt x="43481" y="21635"/>
                  </a:lnTo>
                  <a:close/>
                </a:path>
              </a:pathLst>
            </a:custGeom>
            <a:ln w="8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5329426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What is Federated Learning</a:t>
            </a:r>
            <a:endParaRPr dirty="0"/>
          </a:p>
        </p:txBody>
      </p:sp>
      <p:sp>
        <p:nvSpPr>
          <p:cNvPr id="67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98513" y="2081996"/>
            <a:ext cx="12406237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Federated Learning (FL) aims to </a:t>
            </a:r>
            <a:r>
              <a:rPr lang="en-GB" dirty="0">
                <a:solidFill>
                  <a:srgbClr val="FF0000"/>
                </a:solidFill>
              </a:rPr>
              <a:t>collaboratively train a ML model </a:t>
            </a:r>
            <a:r>
              <a:rPr lang="en-GB" dirty="0"/>
              <a:t>while </a:t>
            </a:r>
            <a:r>
              <a:rPr lang="en-GB" dirty="0">
                <a:solidFill>
                  <a:srgbClr val="FF0000"/>
                </a:solidFill>
              </a:rPr>
              <a:t>keeping the  data decentralized</a:t>
            </a:r>
          </a:p>
          <a:p>
            <a:pPr lvl="2">
              <a:defRPr sz="220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EA439-23F5-BD85-2CD1-C8FA183A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588" y="3395102"/>
            <a:ext cx="7847624" cy="499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591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What is Federated Learning</a:t>
            </a:r>
            <a:endParaRPr dirty="0"/>
          </a:p>
        </p:txBody>
      </p:sp>
      <p:sp>
        <p:nvSpPr>
          <p:cNvPr id="67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98513" y="2081996"/>
            <a:ext cx="12406237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Federated Learning (FL) aims to </a:t>
            </a:r>
            <a:r>
              <a:rPr lang="en-GB" dirty="0">
                <a:solidFill>
                  <a:srgbClr val="FF0000"/>
                </a:solidFill>
              </a:rPr>
              <a:t>collaboratively train a ML model </a:t>
            </a:r>
            <a:r>
              <a:rPr lang="en-GB" dirty="0"/>
              <a:t>while </a:t>
            </a:r>
            <a:r>
              <a:rPr lang="en-GB" dirty="0">
                <a:solidFill>
                  <a:srgbClr val="FF0000"/>
                </a:solidFill>
              </a:rPr>
              <a:t>keeping the  data decentralized</a:t>
            </a:r>
          </a:p>
          <a:p>
            <a:pPr lvl="2">
              <a:defRPr sz="220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B5D04-7F9C-15E0-59AA-4A877ACF8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081" y="3174906"/>
            <a:ext cx="8821405" cy="559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185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What is Federated Learning</a:t>
            </a:r>
            <a:endParaRPr dirty="0"/>
          </a:p>
        </p:txBody>
      </p:sp>
      <p:sp>
        <p:nvSpPr>
          <p:cNvPr id="67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98513" y="2081996"/>
            <a:ext cx="12406237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Federated Learning (FL) aims to </a:t>
            </a:r>
            <a:r>
              <a:rPr lang="en-GB" dirty="0">
                <a:solidFill>
                  <a:srgbClr val="FF0000"/>
                </a:solidFill>
              </a:rPr>
              <a:t>collaboratively train a ML model </a:t>
            </a:r>
            <a:r>
              <a:rPr lang="en-GB" dirty="0"/>
              <a:t>while </a:t>
            </a:r>
            <a:r>
              <a:rPr lang="en-GB" dirty="0">
                <a:solidFill>
                  <a:srgbClr val="FF0000"/>
                </a:solidFill>
              </a:rPr>
              <a:t>keeping the  data decentralized</a:t>
            </a:r>
          </a:p>
          <a:p>
            <a:pPr lvl="2">
              <a:defRPr sz="220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399981-7699-FF5B-73C9-CB9C4B9A4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091" y="3238219"/>
            <a:ext cx="8748617" cy="543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5665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What is Federated Learning</a:t>
            </a:r>
            <a:endParaRPr dirty="0"/>
          </a:p>
        </p:txBody>
      </p:sp>
      <p:sp>
        <p:nvSpPr>
          <p:cNvPr id="67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98513" y="2081996"/>
            <a:ext cx="12406237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Federated Learning (FL) aims to </a:t>
            </a:r>
            <a:r>
              <a:rPr lang="en-GB" dirty="0">
                <a:solidFill>
                  <a:srgbClr val="FF0000"/>
                </a:solidFill>
              </a:rPr>
              <a:t>collaboratively train a ML model </a:t>
            </a:r>
            <a:r>
              <a:rPr lang="en-GB" dirty="0"/>
              <a:t>while </a:t>
            </a:r>
            <a:r>
              <a:rPr lang="en-GB" dirty="0">
                <a:solidFill>
                  <a:srgbClr val="FF0000"/>
                </a:solidFill>
              </a:rPr>
              <a:t>keeping the  data decentralized</a:t>
            </a:r>
          </a:p>
          <a:p>
            <a:pPr lvl="2">
              <a:defRPr sz="220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12F300-3F8A-A546-869A-4BB47C3E9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688" y="3342152"/>
            <a:ext cx="8594369" cy="544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02842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What is Federated Learning</a:t>
            </a:r>
            <a:endParaRPr dirty="0"/>
          </a:p>
        </p:txBody>
      </p:sp>
      <p:sp>
        <p:nvSpPr>
          <p:cNvPr id="67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98513" y="2081996"/>
            <a:ext cx="12406237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Federated Learning (FL) aims to </a:t>
            </a:r>
            <a:r>
              <a:rPr lang="en-GB" dirty="0">
                <a:solidFill>
                  <a:srgbClr val="FF0000"/>
                </a:solidFill>
              </a:rPr>
              <a:t>collaboratively train a ML model </a:t>
            </a:r>
            <a:r>
              <a:rPr lang="en-GB" dirty="0"/>
              <a:t>while </a:t>
            </a:r>
            <a:r>
              <a:rPr lang="en-GB" dirty="0">
                <a:solidFill>
                  <a:srgbClr val="FF0000"/>
                </a:solidFill>
              </a:rPr>
              <a:t>keeping the  data decentralized</a:t>
            </a:r>
          </a:p>
          <a:p>
            <a:pPr lvl="2">
              <a:defRPr sz="220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37AD3B-67A6-9615-FA7A-9501F9D5B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808" y="3202118"/>
            <a:ext cx="9210997" cy="578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2678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What is Federated Learning</a:t>
            </a:r>
            <a:endParaRPr dirty="0"/>
          </a:p>
        </p:txBody>
      </p:sp>
      <p:sp>
        <p:nvSpPr>
          <p:cNvPr id="67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98513" y="2081996"/>
            <a:ext cx="12406237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Federated Learning (FL) aims to </a:t>
            </a:r>
            <a:r>
              <a:rPr lang="en-GB" dirty="0">
                <a:solidFill>
                  <a:srgbClr val="FF0000"/>
                </a:solidFill>
              </a:rPr>
              <a:t>collaboratively train a ML model </a:t>
            </a:r>
            <a:r>
              <a:rPr lang="en-GB" dirty="0"/>
              <a:t>while </a:t>
            </a:r>
            <a:r>
              <a:rPr lang="en-GB" dirty="0">
                <a:solidFill>
                  <a:srgbClr val="FF0000"/>
                </a:solidFill>
              </a:rPr>
              <a:t>keeping the  data decentralized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We would like the final model to be </a:t>
            </a:r>
            <a:r>
              <a:rPr lang="en-GB" dirty="0">
                <a:solidFill>
                  <a:srgbClr val="FF0000"/>
                </a:solidFill>
              </a:rPr>
              <a:t>as good as the centralized solution </a:t>
            </a:r>
            <a:r>
              <a:rPr lang="en-GB" dirty="0"/>
              <a:t>(ideally), or  at least </a:t>
            </a:r>
            <a:r>
              <a:rPr lang="en-GB" dirty="0">
                <a:solidFill>
                  <a:srgbClr val="FF0000"/>
                </a:solidFill>
              </a:rPr>
              <a:t>better than what each party can learn on its own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pPr lvl="2">
              <a:defRPr sz="220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286D7-B996-7237-6455-E0A0F416C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305" y="3058644"/>
            <a:ext cx="7804253" cy="489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0758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Differences with Distributed Learning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084452" y="2146324"/>
            <a:ext cx="11040664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In distributed learning, </a:t>
            </a:r>
            <a:r>
              <a:rPr lang="en-GB" dirty="0">
                <a:solidFill>
                  <a:srgbClr val="FF0000"/>
                </a:solidFill>
              </a:rPr>
              <a:t>data is centrally stored </a:t>
            </a:r>
            <a:r>
              <a:rPr lang="en-GB" dirty="0"/>
              <a:t>(e.g., in a data </a:t>
            </a:r>
            <a:r>
              <a:rPr lang="en-GB" dirty="0" err="1"/>
              <a:t>center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The main goal is just to </a:t>
            </a:r>
            <a:r>
              <a:rPr lang="en-GB" dirty="0">
                <a:solidFill>
                  <a:srgbClr val="FF0000"/>
                </a:solidFill>
              </a:rPr>
              <a:t>train faster</a:t>
            </a:r>
          </a:p>
          <a:p>
            <a:pPr lvl="1"/>
            <a:r>
              <a:rPr lang="en-GB" dirty="0"/>
              <a:t>We control how data is distributed across workers: usually, it is </a:t>
            </a:r>
            <a:r>
              <a:rPr lang="en-GB" dirty="0">
                <a:solidFill>
                  <a:srgbClr val="FF0000"/>
                </a:solidFill>
              </a:rPr>
              <a:t>distributed uniformly at  random </a:t>
            </a:r>
            <a:r>
              <a:rPr lang="en-GB" dirty="0"/>
              <a:t>across workers</a:t>
            </a:r>
          </a:p>
          <a:p>
            <a:r>
              <a:rPr lang="en-GB" dirty="0"/>
              <a:t>In FL, </a:t>
            </a:r>
            <a:r>
              <a:rPr lang="en-GB" dirty="0">
                <a:solidFill>
                  <a:srgbClr val="FF0000"/>
                </a:solidFill>
              </a:rPr>
              <a:t>data is naturally distributed and generated locally</a:t>
            </a:r>
          </a:p>
          <a:p>
            <a:pPr lvl="1"/>
            <a:r>
              <a:rPr lang="en-GB" dirty="0"/>
              <a:t>Data is not independent and identically distributed (</a:t>
            </a:r>
            <a:r>
              <a:rPr lang="en-GB" dirty="0">
                <a:solidFill>
                  <a:srgbClr val="FF0000"/>
                </a:solidFill>
              </a:rPr>
              <a:t>non-</a:t>
            </a:r>
            <a:r>
              <a:rPr lang="en-GB" dirty="0" err="1">
                <a:solidFill>
                  <a:srgbClr val="FF0000"/>
                </a:solidFill>
              </a:rPr>
              <a:t>i.i.d.</a:t>
            </a:r>
            <a:r>
              <a:rPr lang="en-GB" dirty="0"/>
              <a:t>), and it is </a:t>
            </a:r>
            <a:r>
              <a:rPr lang="en-GB" dirty="0">
                <a:solidFill>
                  <a:srgbClr val="FF0000"/>
                </a:solidFill>
              </a:rPr>
              <a:t>imbalanced</a:t>
            </a:r>
          </a:p>
          <a:p>
            <a:r>
              <a:rPr lang="en-GB" dirty="0"/>
              <a:t>Additional challenges that arise in FL</a:t>
            </a:r>
          </a:p>
          <a:p>
            <a:pPr lvl="1"/>
            <a:r>
              <a:rPr lang="en-GB" dirty="0"/>
              <a:t>Enforcing </a:t>
            </a:r>
            <a:r>
              <a:rPr lang="en-GB" dirty="0">
                <a:solidFill>
                  <a:srgbClr val="FF0000"/>
                </a:solidFill>
              </a:rPr>
              <a:t>privacy constraints</a:t>
            </a:r>
          </a:p>
          <a:p>
            <a:pPr lvl="1"/>
            <a:r>
              <a:rPr lang="en-GB" dirty="0"/>
              <a:t>Dealing with the possibly </a:t>
            </a:r>
            <a:r>
              <a:rPr lang="en-GB" dirty="0">
                <a:solidFill>
                  <a:srgbClr val="FF0000"/>
                </a:solidFill>
              </a:rPr>
              <a:t>limited reliability/availability </a:t>
            </a:r>
            <a:r>
              <a:rPr lang="en-GB" dirty="0"/>
              <a:t>of participants</a:t>
            </a:r>
          </a:p>
          <a:p>
            <a:pPr lvl="1"/>
            <a:r>
              <a:rPr lang="en-GB" dirty="0"/>
              <a:t>Achieving robustness against </a:t>
            </a:r>
            <a:r>
              <a:rPr lang="en-GB" dirty="0">
                <a:solidFill>
                  <a:srgbClr val="FF0000"/>
                </a:solidFill>
              </a:rPr>
              <a:t>malicious parties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076228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Cross-Device and Cross-Silo FL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223841" y="5403501"/>
            <a:ext cx="6589335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Massive number of parties (up to 10^10)</a:t>
            </a:r>
          </a:p>
          <a:p>
            <a:r>
              <a:rPr lang="en-GB" dirty="0"/>
              <a:t>Small dataset per party (could be size 1)</a:t>
            </a:r>
          </a:p>
          <a:p>
            <a:r>
              <a:rPr lang="en-GB" dirty="0"/>
              <a:t>Limited availability and reliability</a:t>
            </a:r>
          </a:p>
          <a:p>
            <a:r>
              <a:rPr lang="en-GB" dirty="0"/>
              <a:t>Some parties may be malicious</a:t>
            </a:r>
          </a:p>
          <a:p>
            <a:endParaRPr lang="en-GB" dirty="0"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2" name="1945 - 1985: Large, expensive computers operating independently.…">
            <a:extLst>
              <a:ext uri="{FF2B5EF4-FFF2-40B4-BE49-F238E27FC236}">
                <a16:creationId xmlns:a16="http://schemas.microsoft.com/office/drawing/2014/main" id="{E490AC6B-02B5-1D9A-E5AA-6E53987F71DC}"/>
              </a:ext>
            </a:extLst>
          </p:cNvPr>
          <p:cNvSpPr txBox="1">
            <a:spLocks/>
          </p:cNvSpPr>
          <p:nvPr/>
        </p:nvSpPr>
        <p:spPr>
          <a:xfrm>
            <a:off x="7048704" y="5403500"/>
            <a:ext cx="5556046" cy="690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/>
          <a:lstStyle>
            <a:lvl1pPr marL="254000" marR="0" indent="-254000" algn="just" defTabSz="12954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31000"/>
              <a:buFontTx/>
              <a:buChar char="•"/>
              <a:tabLst/>
              <a:defRPr sz="28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1pPr>
            <a:lvl2pPr marL="711200" marR="0" indent="-254000" algn="just" defTabSz="12954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16666"/>
              <a:buFontTx/>
              <a:buChar char="•"/>
              <a:tabLst/>
              <a:defRPr sz="24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2pPr>
            <a:lvl3pPr marL="1143000" marR="0" indent="-228600" algn="just" defTabSz="1295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F73"/>
              </a:buClr>
              <a:buSzPct val="100000"/>
              <a:buFontTx/>
              <a:buChar char=""/>
              <a:tabLst/>
              <a:defRPr sz="1800" b="0" i="0" u="none" strike="noStrike" cap="none" spc="0" baseline="0">
                <a:solidFill>
                  <a:srgbClr val="CE1C00"/>
                </a:solidFill>
                <a:uFill>
                  <a:solidFill>
                    <a:srgbClr val="CE1C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indent="-228600" algn="l" defTabSz="1295400" rtl="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4945E"/>
              </a:buClr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eorgia"/>
                <a:ea typeface="Georgia"/>
                <a:cs typeface="Georgia"/>
                <a:sym typeface="Georgia"/>
              </a:defRPr>
            </a:lvl4pPr>
            <a:lvl5pPr marL="2057400" marR="0" indent="-228600" algn="l" defTabSz="1295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3F2C"/>
              </a:buClr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eorgia"/>
                <a:ea typeface="Georgia"/>
                <a:cs typeface="Georgia"/>
                <a:sym typeface="Georgia"/>
              </a:defRPr>
            </a:lvl5pPr>
            <a:lvl6pPr marL="3340100" marR="0" indent="-889000" algn="just" defTabSz="12954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8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6pPr>
            <a:lvl7pPr marL="3695700" marR="0" indent="-889000" algn="just" defTabSz="12954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8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7pPr>
            <a:lvl8pPr marL="4051300" marR="0" indent="-889000" algn="just" defTabSz="12954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8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8pPr>
            <a:lvl9pPr marL="4406900" marR="0" indent="-889000" algn="just" defTabSz="12954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8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GB" dirty="0"/>
              <a:t>2-100 parties</a:t>
            </a:r>
          </a:p>
          <a:p>
            <a:pPr hangingPunct="1"/>
            <a:r>
              <a:rPr lang="en-GB" dirty="0"/>
              <a:t>Medium to large dataset per party</a:t>
            </a:r>
          </a:p>
          <a:p>
            <a:pPr hangingPunct="1"/>
            <a:r>
              <a:rPr lang="en-GB" dirty="0"/>
              <a:t>Reliable parties, almost always available</a:t>
            </a:r>
          </a:p>
          <a:p>
            <a:pPr hangingPunct="1"/>
            <a:r>
              <a:rPr lang="en-GB" dirty="0"/>
              <a:t>Parties are typically honest</a:t>
            </a:r>
          </a:p>
          <a:p>
            <a:pPr hangingPunct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E407D-E175-4381-5D84-F0DEA0FEF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88" y="1750825"/>
            <a:ext cx="4371975" cy="3362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587852-EA32-F528-4A30-34CB13B88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704" y="1765928"/>
            <a:ext cx="478155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2212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Server Orchestrated and Fully Distributed FL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223841" y="5403501"/>
            <a:ext cx="6589335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Server-client communication</a:t>
            </a:r>
          </a:p>
          <a:p>
            <a:r>
              <a:rPr lang="en-GB" dirty="0"/>
              <a:t>Global coordination, global aggregation</a:t>
            </a:r>
          </a:p>
          <a:p>
            <a:r>
              <a:rPr lang="en-GB" dirty="0"/>
              <a:t>Server is a single point of failure and  may become a bottleneck</a:t>
            </a:r>
          </a:p>
          <a:p>
            <a:endParaRPr lang="en-GB" dirty="0"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2" name="1945 - 1985: Large, expensive computers operating independently.…">
            <a:extLst>
              <a:ext uri="{FF2B5EF4-FFF2-40B4-BE49-F238E27FC236}">
                <a16:creationId xmlns:a16="http://schemas.microsoft.com/office/drawing/2014/main" id="{E490AC6B-02B5-1D9A-E5AA-6E53987F71DC}"/>
              </a:ext>
            </a:extLst>
          </p:cNvPr>
          <p:cNvSpPr txBox="1">
            <a:spLocks/>
          </p:cNvSpPr>
          <p:nvPr/>
        </p:nvSpPr>
        <p:spPr>
          <a:xfrm>
            <a:off x="7048704" y="5403500"/>
            <a:ext cx="5556046" cy="690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/>
          <a:lstStyle>
            <a:lvl1pPr marL="254000" marR="0" indent="-254000" algn="just" defTabSz="12954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31000"/>
              <a:buFontTx/>
              <a:buChar char="•"/>
              <a:tabLst/>
              <a:defRPr sz="28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1pPr>
            <a:lvl2pPr marL="711200" marR="0" indent="-254000" algn="just" defTabSz="12954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16666"/>
              <a:buFontTx/>
              <a:buChar char="•"/>
              <a:tabLst/>
              <a:defRPr sz="24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2pPr>
            <a:lvl3pPr marL="1143000" marR="0" indent="-228600" algn="just" defTabSz="1295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F73"/>
              </a:buClr>
              <a:buSzPct val="100000"/>
              <a:buFontTx/>
              <a:buChar char=""/>
              <a:tabLst/>
              <a:defRPr sz="1800" b="0" i="0" u="none" strike="noStrike" cap="none" spc="0" baseline="0">
                <a:solidFill>
                  <a:srgbClr val="CE1C00"/>
                </a:solidFill>
                <a:uFill>
                  <a:solidFill>
                    <a:srgbClr val="CE1C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indent="-228600" algn="l" defTabSz="1295400" rtl="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4945E"/>
              </a:buClr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eorgia"/>
                <a:ea typeface="Georgia"/>
                <a:cs typeface="Georgia"/>
                <a:sym typeface="Georgia"/>
              </a:defRPr>
            </a:lvl4pPr>
            <a:lvl5pPr marL="2057400" marR="0" indent="-228600" algn="l" defTabSz="1295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3F2C"/>
              </a:buClr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eorgia"/>
                <a:ea typeface="Georgia"/>
                <a:cs typeface="Georgia"/>
                <a:sym typeface="Georgia"/>
              </a:defRPr>
            </a:lvl5pPr>
            <a:lvl6pPr marL="3340100" marR="0" indent="-889000" algn="just" defTabSz="12954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8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6pPr>
            <a:lvl7pPr marL="3695700" marR="0" indent="-889000" algn="just" defTabSz="12954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8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7pPr>
            <a:lvl8pPr marL="4051300" marR="0" indent="-889000" algn="just" defTabSz="12954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8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8pPr>
            <a:lvl9pPr marL="4406900" marR="0" indent="-889000" algn="just" defTabSz="12954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800" b="0" i="0" u="none" strike="noStrike" cap="none" spc="0" baseline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GB" dirty="0"/>
              <a:t>Device-to-device communication</a:t>
            </a:r>
          </a:p>
          <a:p>
            <a:pPr hangingPunct="1"/>
            <a:r>
              <a:rPr lang="en-GB" dirty="0"/>
              <a:t>No global coordination, local aggregation</a:t>
            </a:r>
          </a:p>
          <a:p>
            <a:pPr hangingPunct="1"/>
            <a:r>
              <a:rPr lang="en-GB" dirty="0"/>
              <a:t>Naturally scales to a large number of  devices</a:t>
            </a:r>
          </a:p>
          <a:p>
            <a:pPr hangingPunct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9A96C-8059-1AF8-B9EB-B61A7F700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21" y="1765928"/>
            <a:ext cx="4714875" cy="3495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67F08E-C9D6-3C19-3BA8-9075A4FF9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437" y="1665100"/>
            <a:ext cx="337185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918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FL is a Booming Topic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084452" y="2146324"/>
            <a:ext cx="11040664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2016: the term FL is first coined by Google researchers; 2020: more than </a:t>
            </a:r>
            <a:r>
              <a:rPr lang="en-GB" dirty="0">
                <a:solidFill>
                  <a:srgbClr val="FF0000"/>
                </a:solidFill>
              </a:rPr>
              <a:t>1,000 papers  on FL in the first half of the year</a:t>
            </a:r>
          </a:p>
          <a:p>
            <a:r>
              <a:rPr lang="en-GB" dirty="0"/>
              <a:t>We have already seen some </a:t>
            </a:r>
            <a:r>
              <a:rPr lang="en-GB" dirty="0">
                <a:solidFill>
                  <a:srgbClr val="FF0000"/>
                </a:solidFill>
              </a:rPr>
              <a:t>real-world deployments </a:t>
            </a:r>
            <a:r>
              <a:rPr lang="en-GB" dirty="0"/>
              <a:t>by companies and researchers</a:t>
            </a:r>
          </a:p>
          <a:p>
            <a:r>
              <a:rPr lang="en-GB" dirty="0"/>
              <a:t>Several </a:t>
            </a:r>
            <a:r>
              <a:rPr lang="en-GB" dirty="0">
                <a:solidFill>
                  <a:srgbClr val="FF0000"/>
                </a:solidFill>
              </a:rPr>
              <a:t>open-source libraries </a:t>
            </a:r>
            <a:r>
              <a:rPr lang="en-GB" dirty="0"/>
              <a:t>are under development: </a:t>
            </a:r>
            <a:r>
              <a:rPr lang="en-GB" dirty="0" err="1"/>
              <a:t>PySyft</a:t>
            </a:r>
            <a:r>
              <a:rPr lang="en-GB" dirty="0"/>
              <a:t>, TensorFlow Federated,  FATE, Flower, </a:t>
            </a:r>
            <a:r>
              <a:rPr lang="en-GB" dirty="0" err="1"/>
              <a:t>Substra</a:t>
            </a:r>
            <a:r>
              <a:rPr lang="en-GB" dirty="0"/>
              <a:t>...</a:t>
            </a:r>
          </a:p>
          <a:p>
            <a:r>
              <a:rPr lang="en-GB" dirty="0"/>
              <a:t>FL is </a:t>
            </a:r>
            <a:r>
              <a:rPr lang="en-GB" dirty="0">
                <a:solidFill>
                  <a:srgbClr val="FF0000"/>
                </a:solidFill>
              </a:rPr>
              <a:t>highly multidisciplinary</a:t>
            </a:r>
            <a:r>
              <a:rPr lang="en-GB" dirty="0"/>
              <a:t>: it involves machine learning, numerical optimization,  privacy &amp; security, networks, systems, hardware...</a:t>
            </a:r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254958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Baseline Algorithm: Federated Averaging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084451" y="2146324"/>
            <a:ext cx="11250983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We consider a set of </a:t>
            </a:r>
            <a:r>
              <a:rPr lang="en-GB" dirty="0">
                <a:solidFill>
                  <a:srgbClr val="FF0000"/>
                </a:solidFill>
              </a:rPr>
              <a:t>K parties (clients)</a:t>
            </a:r>
          </a:p>
          <a:p>
            <a:r>
              <a:rPr lang="en-GB" dirty="0"/>
              <a:t>Each party k holds a </a:t>
            </a:r>
            <a:r>
              <a:rPr lang="en-GB" dirty="0">
                <a:solidFill>
                  <a:srgbClr val="FF0000"/>
                </a:solidFill>
              </a:rPr>
              <a:t>dataset D</a:t>
            </a:r>
            <a:r>
              <a:rPr lang="en-GB" sz="2000" dirty="0">
                <a:solidFill>
                  <a:srgbClr val="FF0000"/>
                </a:solidFill>
              </a:rPr>
              <a:t>k</a:t>
            </a:r>
            <a:r>
              <a:rPr lang="en-GB" dirty="0">
                <a:solidFill>
                  <a:srgbClr val="FF0000"/>
                </a:solidFill>
              </a:rPr>
              <a:t> of </a:t>
            </a:r>
            <a:r>
              <a:rPr lang="en-GB" dirty="0" err="1">
                <a:solidFill>
                  <a:srgbClr val="FF0000"/>
                </a:solidFill>
              </a:rPr>
              <a:t>n</a:t>
            </a:r>
            <a:r>
              <a:rPr lang="en-GB" sz="2000" dirty="0" err="1">
                <a:solidFill>
                  <a:srgbClr val="FF0000"/>
                </a:solidFill>
              </a:rPr>
              <a:t>k</a:t>
            </a:r>
            <a:r>
              <a:rPr lang="en-GB" dirty="0">
                <a:solidFill>
                  <a:srgbClr val="FF0000"/>
                </a:solidFill>
              </a:rPr>
              <a:t> points</a:t>
            </a:r>
          </a:p>
          <a:p>
            <a:r>
              <a:rPr lang="en-GB" dirty="0"/>
              <a:t>Let D = D1 ∪ · · · ∪ DK be the joint dataset and n = </a:t>
            </a:r>
            <a:r>
              <a:rPr lang="en-GB" dirty="0" err="1"/>
              <a:t>Σk</a:t>
            </a:r>
            <a:r>
              <a:rPr lang="en-GB" dirty="0"/>
              <a:t> </a:t>
            </a:r>
            <a:r>
              <a:rPr lang="en-GB" dirty="0" err="1"/>
              <a:t>nk</a:t>
            </a:r>
            <a:r>
              <a:rPr lang="en-GB" dirty="0"/>
              <a:t>  the total number of points</a:t>
            </a:r>
          </a:p>
          <a:p>
            <a:r>
              <a:rPr lang="en-GB" dirty="0"/>
              <a:t>We want to solve problems of the form </a:t>
            </a:r>
            <a:r>
              <a:rPr lang="en-GB" dirty="0" err="1"/>
              <a:t>minθ∈Rp</a:t>
            </a:r>
            <a:r>
              <a:rPr lang="en-GB" dirty="0"/>
              <a:t> F(θ; D) where: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θ ∈ Rp are model parameters </a:t>
            </a:r>
            <a:r>
              <a:rPr lang="en-GB" dirty="0"/>
              <a:t>(e.g., weights of a logistic regression or neural network)</a:t>
            </a:r>
          </a:p>
          <a:p>
            <a:r>
              <a:rPr lang="en-GB" dirty="0"/>
              <a:t>This </a:t>
            </a:r>
            <a:r>
              <a:rPr lang="en-GB" dirty="0">
                <a:solidFill>
                  <a:srgbClr val="FF0000"/>
                </a:solidFill>
              </a:rPr>
              <a:t>covers a broad class of ML problems</a:t>
            </a:r>
            <a:r>
              <a:rPr lang="en-GB" dirty="0"/>
              <a:t> formulated as </a:t>
            </a:r>
            <a:r>
              <a:rPr lang="en-GB" dirty="0">
                <a:solidFill>
                  <a:srgbClr val="FF0000"/>
                </a:solidFill>
              </a:rPr>
              <a:t>empirical risk minimization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36B500-C34E-7199-CF14-C695DBD29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260" y="3483278"/>
            <a:ext cx="1809750" cy="619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203A86-325F-61D1-32BF-331907A51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146" y="5439357"/>
            <a:ext cx="4537877" cy="1391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4F7CB8-C81F-7F09-8592-263FC92C8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4779" y="5439357"/>
            <a:ext cx="4514962" cy="139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8704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FedAvg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982068" y="6299199"/>
            <a:ext cx="11040664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For L = 1 and ρ = 1, it is equivalent to classic </a:t>
            </a:r>
            <a:r>
              <a:rPr lang="en-GB" dirty="0">
                <a:solidFill>
                  <a:srgbClr val="FF0000"/>
                </a:solidFill>
              </a:rPr>
              <a:t>parallel SGD</a:t>
            </a:r>
            <a:r>
              <a:rPr lang="en-GB" dirty="0"/>
              <a:t>: updates are aggregated  and the model synchronized at each step</a:t>
            </a:r>
          </a:p>
          <a:p>
            <a:r>
              <a:rPr lang="en-GB" dirty="0"/>
              <a:t>For L &gt; 1: each client performs </a:t>
            </a:r>
            <a:r>
              <a:rPr lang="en-GB" dirty="0">
                <a:solidFill>
                  <a:srgbClr val="FF0000"/>
                </a:solidFill>
              </a:rPr>
              <a:t>multiple local SGD steps </a:t>
            </a:r>
            <a:r>
              <a:rPr lang="en-GB" dirty="0"/>
              <a:t>before communicating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C36374-593C-B991-AA0F-EFB21BE0B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42" y="1954119"/>
            <a:ext cx="5744731" cy="35502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89B2AD-79CB-D5A1-789F-82AF782A1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29" y="1954119"/>
            <a:ext cx="6030016" cy="31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065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FedAvg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982068" y="5178814"/>
            <a:ext cx="11040664" cy="6908801"/>
          </a:xfrm>
          <a:prstGeom prst="rect">
            <a:avLst/>
          </a:prstGeom>
        </p:spPr>
        <p:txBody>
          <a:bodyPr/>
          <a:lstStyle/>
          <a:p>
            <a:r>
              <a:rPr lang="en-GB" dirty="0" err="1">
                <a:solidFill>
                  <a:srgbClr val="FF0000"/>
                </a:solidFill>
              </a:rPr>
              <a:t>FedAvg</a:t>
            </a:r>
            <a:r>
              <a:rPr lang="en-GB" dirty="0">
                <a:solidFill>
                  <a:srgbClr val="FF0000"/>
                </a:solidFill>
              </a:rPr>
              <a:t> with L &gt; 1 allows to reduce the number of communication rounds</a:t>
            </a:r>
            <a:r>
              <a:rPr lang="en-GB" dirty="0"/>
              <a:t>, which is  often the bottleneck in FL (especially in the cross-device setting)</a:t>
            </a:r>
          </a:p>
          <a:p>
            <a:r>
              <a:rPr lang="en-GB" dirty="0"/>
              <a:t>It empirically achieves better generalization than parallel SGD with large mini-batch</a:t>
            </a:r>
          </a:p>
          <a:p>
            <a:r>
              <a:rPr lang="en-GB" dirty="0"/>
              <a:t>Convergence to the optimal model can be guaranteed for </a:t>
            </a:r>
            <a:r>
              <a:rPr lang="en-GB" dirty="0" err="1"/>
              <a:t>i.i.d.</a:t>
            </a:r>
            <a:r>
              <a:rPr lang="en-GB" dirty="0"/>
              <a:t> data [Stich, 2019]  [Woodworth et al., 2020] but </a:t>
            </a:r>
            <a:r>
              <a:rPr lang="en-GB" dirty="0">
                <a:solidFill>
                  <a:srgbClr val="FF0000"/>
                </a:solidFill>
              </a:rPr>
              <a:t>issues arise in strongly non-</a:t>
            </a:r>
            <a:r>
              <a:rPr lang="en-GB" dirty="0" err="1">
                <a:solidFill>
                  <a:srgbClr val="FF0000"/>
                </a:solidFill>
              </a:rPr>
              <a:t>i.i.d.</a:t>
            </a:r>
            <a:r>
              <a:rPr lang="en-GB" dirty="0">
                <a:solidFill>
                  <a:srgbClr val="FF0000"/>
                </a:solidFill>
              </a:rPr>
              <a:t> case </a:t>
            </a:r>
            <a:r>
              <a:rPr lang="en-GB" dirty="0"/>
              <a:t>(more on this later)</a:t>
            </a:r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07845AA-1749-3417-052E-67C6EE33DC59}"/>
              </a:ext>
            </a:extLst>
          </p:cNvPr>
          <p:cNvGrpSpPr/>
          <p:nvPr/>
        </p:nvGrpSpPr>
        <p:grpSpPr>
          <a:xfrm>
            <a:off x="2967449" y="1360669"/>
            <a:ext cx="6373775" cy="3723863"/>
            <a:chOff x="1620004" y="427736"/>
            <a:chExt cx="2520315" cy="1512570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8CB58769-3965-869A-944F-57EBB31321A8}"/>
                </a:ext>
              </a:extLst>
            </p:cNvPr>
            <p:cNvSpPr/>
            <p:nvPr/>
          </p:nvSpPr>
          <p:spPr>
            <a:xfrm>
              <a:off x="1620004" y="427736"/>
              <a:ext cx="2520315" cy="1512570"/>
            </a:xfrm>
            <a:custGeom>
              <a:avLst/>
              <a:gdLst/>
              <a:ahLst/>
              <a:cxnLst/>
              <a:rect l="l" t="t" r="r" b="b"/>
              <a:pathLst>
                <a:path w="2520315" h="1512570">
                  <a:moveTo>
                    <a:pt x="2519961" y="1511942"/>
                  </a:moveTo>
                  <a:lnTo>
                    <a:pt x="0" y="1511942"/>
                  </a:lnTo>
                  <a:lnTo>
                    <a:pt x="0" y="0"/>
                  </a:lnTo>
                  <a:lnTo>
                    <a:pt x="2519961" y="0"/>
                  </a:lnTo>
                  <a:lnTo>
                    <a:pt x="2519961" y="15119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DB888C59-C4D1-88CB-145F-6132E9AF350A}"/>
                </a:ext>
              </a:extLst>
            </p:cNvPr>
            <p:cNvSpPr/>
            <p:nvPr/>
          </p:nvSpPr>
          <p:spPr>
            <a:xfrm>
              <a:off x="1889159" y="768846"/>
              <a:ext cx="2119630" cy="874394"/>
            </a:xfrm>
            <a:custGeom>
              <a:avLst/>
              <a:gdLst/>
              <a:ahLst/>
              <a:cxnLst/>
              <a:rect l="l" t="t" r="r" b="b"/>
              <a:pathLst>
                <a:path w="2119629" h="874394">
                  <a:moveTo>
                    <a:pt x="0" y="874202"/>
                  </a:moveTo>
                  <a:lnTo>
                    <a:pt x="14141" y="874202"/>
                  </a:lnTo>
                  <a:lnTo>
                    <a:pt x="21240" y="733298"/>
                  </a:lnTo>
                  <a:lnTo>
                    <a:pt x="28283" y="570606"/>
                  </a:lnTo>
                  <a:lnTo>
                    <a:pt x="35338" y="463421"/>
                  </a:lnTo>
                  <a:lnTo>
                    <a:pt x="42425" y="382715"/>
                  </a:lnTo>
                  <a:lnTo>
                    <a:pt x="49480" y="326662"/>
                  </a:lnTo>
                  <a:lnTo>
                    <a:pt x="63621" y="240488"/>
                  </a:lnTo>
                  <a:lnTo>
                    <a:pt x="106003" y="114239"/>
                  </a:lnTo>
                  <a:lnTo>
                    <a:pt x="141331" y="81165"/>
                  </a:lnTo>
                  <a:lnTo>
                    <a:pt x="176625" y="62156"/>
                  </a:lnTo>
                  <a:lnTo>
                    <a:pt x="211952" y="52717"/>
                  </a:lnTo>
                  <a:lnTo>
                    <a:pt x="247290" y="38236"/>
                  </a:lnTo>
                  <a:lnTo>
                    <a:pt x="282618" y="36092"/>
                  </a:lnTo>
                  <a:lnTo>
                    <a:pt x="317956" y="35710"/>
                  </a:lnTo>
                  <a:lnTo>
                    <a:pt x="353240" y="25669"/>
                  </a:lnTo>
                  <a:lnTo>
                    <a:pt x="388578" y="22082"/>
                  </a:lnTo>
                  <a:lnTo>
                    <a:pt x="423905" y="25932"/>
                  </a:lnTo>
                  <a:lnTo>
                    <a:pt x="494571" y="17083"/>
                  </a:lnTo>
                  <a:lnTo>
                    <a:pt x="529865" y="16482"/>
                  </a:lnTo>
                  <a:lnTo>
                    <a:pt x="565192" y="18024"/>
                  </a:lnTo>
                  <a:lnTo>
                    <a:pt x="600531" y="12555"/>
                  </a:lnTo>
                  <a:lnTo>
                    <a:pt x="635858" y="15541"/>
                  </a:lnTo>
                  <a:lnTo>
                    <a:pt x="671196" y="11954"/>
                  </a:lnTo>
                  <a:lnTo>
                    <a:pt x="777145" y="11954"/>
                  </a:lnTo>
                  <a:lnTo>
                    <a:pt x="812483" y="8706"/>
                  </a:lnTo>
                  <a:lnTo>
                    <a:pt x="847811" y="16482"/>
                  </a:lnTo>
                  <a:lnTo>
                    <a:pt x="883105" y="8968"/>
                  </a:lnTo>
                  <a:lnTo>
                    <a:pt x="918432" y="9438"/>
                  </a:lnTo>
                  <a:lnTo>
                    <a:pt x="953760" y="6704"/>
                  </a:lnTo>
                  <a:lnTo>
                    <a:pt x="989098" y="11363"/>
                  </a:lnTo>
                  <a:lnTo>
                    <a:pt x="1024425" y="7896"/>
                  </a:lnTo>
                  <a:lnTo>
                    <a:pt x="1059720" y="7984"/>
                  </a:lnTo>
                  <a:lnTo>
                    <a:pt x="1095047" y="6792"/>
                  </a:lnTo>
                  <a:lnTo>
                    <a:pt x="1130385" y="7896"/>
                  </a:lnTo>
                  <a:lnTo>
                    <a:pt x="1201051" y="5588"/>
                  </a:lnTo>
                  <a:lnTo>
                    <a:pt x="1236334" y="5588"/>
                  </a:lnTo>
                  <a:lnTo>
                    <a:pt x="1271672" y="9438"/>
                  </a:lnTo>
                  <a:lnTo>
                    <a:pt x="1307000" y="6102"/>
                  </a:lnTo>
                  <a:lnTo>
                    <a:pt x="1342338" y="7174"/>
                  </a:lnTo>
                  <a:lnTo>
                    <a:pt x="1377665" y="3324"/>
                  </a:lnTo>
                  <a:lnTo>
                    <a:pt x="1412960" y="9438"/>
                  </a:lnTo>
                  <a:lnTo>
                    <a:pt x="1448287" y="5118"/>
                  </a:lnTo>
                  <a:lnTo>
                    <a:pt x="1483625" y="4648"/>
                  </a:lnTo>
                  <a:lnTo>
                    <a:pt x="1518952" y="4998"/>
                  </a:lnTo>
                  <a:lnTo>
                    <a:pt x="1554291" y="2854"/>
                  </a:lnTo>
                  <a:lnTo>
                    <a:pt x="1589574" y="3456"/>
                  </a:lnTo>
                  <a:lnTo>
                    <a:pt x="1624912" y="5118"/>
                  </a:lnTo>
                  <a:lnTo>
                    <a:pt x="1695578" y="2132"/>
                  </a:lnTo>
                  <a:lnTo>
                    <a:pt x="1730905" y="2132"/>
                  </a:lnTo>
                  <a:lnTo>
                    <a:pt x="1766200" y="4396"/>
                  </a:lnTo>
                  <a:lnTo>
                    <a:pt x="1801527" y="3795"/>
                  </a:lnTo>
                  <a:lnTo>
                    <a:pt x="1836865" y="5249"/>
                  </a:lnTo>
                  <a:lnTo>
                    <a:pt x="1872192" y="2001"/>
                  </a:lnTo>
                  <a:lnTo>
                    <a:pt x="1907531" y="3795"/>
                  </a:lnTo>
                  <a:lnTo>
                    <a:pt x="1942814" y="0"/>
                  </a:lnTo>
                  <a:lnTo>
                    <a:pt x="1978152" y="4309"/>
                  </a:lnTo>
                  <a:lnTo>
                    <a:pt x="2013480" y="120"/>
                  </a:lnTo>
                  <a:lnTo>
                    <a:pt x="2048818" y="2734"/>
                  </a:lnTo>
                  <a:lnTo>
                    <a:pt x="2084145" y="2384"/>
                  </a:lnTo>
                  <a:lnTo>
                    <a:pt x="2119429" y="4527"/>
                  </a:lnTo>
                </a:path>
              </a:pathLst>
            </a:custGeom>
            <a:ln w="10499">
              <a:solidFill>
                <a:srgbClr val="FDCF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EA2008A4-AE0E-B76A-13BC-C7C53DDAEF72}"/>
                </a:ext>
              </a:extLst>
            </p:cNvPr>
            <p:cNvSpPr/>
            <p:nvPr/>
          </p:nvSpPr>
          <p:spPr>
            <a:xfrm>
              <a:off x="1889159" y="744107"/>
              <a:ext cx="2119630" cy="899160"/>
            </a:xfrm>
            <a:custGeom>
              <a:avLst/>
              <a:gdLst/>
              <a:ahLst/>
              <a:cxnLst/>
              <a:rect l="l" t="t" r="r" b="b"/>
              <a:pathLst>
                <a:path w="2119629" h="899160">
                  <a:moveTo>
                    <a:pt x="0" y="898941"/>
                  </a:moveTo>
                  <a:lnTo>
                    <a:pt x="7098" y="818027"/>
                  </a:lnTo>
                  <a:lnTo>
                    <a:pt x="14141" y="516094"/>
                  </a:lnTo>
                  <a:lnTo>
                    <a:pt x="21240" y="400662"/>
                  </a:lnTo>
                  <a:lnTo>
                    <a:pt x="28283" y="315899"/>
                  </a:lnTo>
                  <a:lnTo>
                    <a:pt x="35338" y="241427"/>
                  </a:lnTo>
                  <a:lnTo>
                    <a:pt x="49480" y="175672"/>
                  </a:lnTo>
                  <a:lnTo>
                    <a:pt x="56523" y="165293"/>
                  </a:lnTo>
                  <a:lnTo>
                    <a:pt x="63621" y="148329"/>
                  </a:lnTo>
                  <a:lnTo>
                    <a:pt x="70665" y="136966"/>
                  </a:lnTo>
                  <a:lnTo>
                    <a:pt x="106003" y="97876"/>
                  </a:lnTo>
                  <a:lnTo>
                    <a:pt x="141331" y="87704"/>
                  </a:lnTo>
                  <a:lnTo>
                    <a:pt x="176625" y="76723"/>
                  </a:lnTo>
                  <a:lnTo>
                    <a:pt x="211952" y="67503"/>
                  </a:lnTo>
                  <a:lnTo>
                    <a:pt x="247290" y="61564"/>
                  </a:lnTo>
                  <a:lnTo>
                    <a:pt x="282618" y="59639"/>
                  </a:lnTo>
                  <a:lnTo>
                    <a:pt x="317956" y="52716"/>
                  </a:lnTo>
                  <a:lnTo>
                    <a:pt x="353240" y="48614"/>
                  </a:lnTo>
                  <a:lnTo>
                    <a:pt x="388578" y="43365"/>
                  </a:lnTo>
                  <a:lnTo>
                    <a:pt x="459243" y="39766"/>
                  </a:lnTo>
                  <a:lnTo>
                    <a:pt x="494571" y="38104"/>
                  </a:lnTo>
                  <a:lnTo>
                    <a:pt x="529865" y="32635"/>
                  </a:lnTo>
                  <a:lnTo>
                    <a:pt x="600531" y="34899"/>
                  </a:lnTo>
                  <a:lnTo>
                    <a:pt x="635858" y="28917"/>
                  </a:lnTo>
                  <a:lnTo>
                    <a:pt x="706480" y="25668"/>
                  </a:lnTo>
                  <a:lnTo>
                    <a:pt x="741818" y="29518"/>
                  </a:lnTo>
                  <a:lnTo>
                    <a:pt x="777145" y="25460"/>
                  </a:lnTo>
                  <a:lnTo>
                    <a:pt x="812483" y="19007"/>
                  </a:lnTo>
                  <a:lnTo>
                    <a:pt x="847811" y="21490"/>
                  </a:lnTo>
                  <a:lnTo>
                    <a:pt x="883105" y="15420"/>
                  </a:lnTo>
                  <a:lnTo>
                    <a:pt x="918432" y="21490"/>
                  </a:lnTo>
                  <a:lnTo>
                    <a:pt x="953760" y="12642"/>
                  </a:lnTo>
                  <a:lnTo>
                    <a:pt x="989098" y="16492"/>
                  </a:lnTo>
                  <a:lnTo>
                    <a:pt x="1024425" y="15420"/>
                  </a:lnTo>
                  <a:lnTo>
                    <a:pt x="1095047" y="17892"/>
                  </a:lnTo>
                  <a:lnTo>
                    <a:pt x="1130385" y="13965"/>
                  </a:lnTo>
                  <a:lnTo>
                    <a:pt x="1165712" y="11450"/>
                  </a:lnTo>
                  <a:lnTo>
                    <a:pt x="1201051" y="12642"/>
                  </a:lnTo>
                  <a:lnTo>
                    <a:pt x="1236334" y="9186"/>
                  </a:lnTo>
                  <a:lnTo>
                    <a:pt x="1271672" y="11100"/>
                  </a:lnTo>
                  <a:lnTo>
                    <a:pt x="1342338" y="8453"/>
                  </a:lnTo>
                  <a:lnTo>
                    <a:pt x="1377665" y="9569"/>
                  </a:lnTo>
                  <a:lnTo>
                    <a:pt x="1412960" y="1059"/>
                  </a:lnTo>
                  <a:lnTo>
                    <a:pt x="1448287" y="8245"/>
                  </a:lnTo>
                  <a:lnTo>
                    <a:pt x="1483625" y="8114"/>
                  </a:lnTo>
                  <a:lnTo>
                    <a:pt x="1518952" y="9306"/>
                  </a:lnTo>
                  <a:lnTo>
                    <a:pt x="1554291" y="8365"/>
                  </a:lnTo>
                  <a:lnTo>
                    <a:pt x="1589574" y="9306"/>
                  </a:lnTo>
                  <a:lnTo>
                    <a:pt x="1660240" y="8245"/>
                  </a:lnTo>
                  <a:lnTo>
                    <a:pt x="1695578" y="9776"/>
                  </a:lnTo>
                  <a:lnTo>
                    <a:pt x="1730905" y="7775"/>
                  </a:lnTo>
                  <a:lnTo>
                    <a:pt x="1766200" y="7644"/>
                  </a:lnTo>
                  <a:lnTo>
                    <a:pt x="1801527" y="5598"/>
                  </a:lnTo>
                  <a:lnTo>
                    <a:pt x="1836865" y="6659"/>
                  </a:lnTo>
                  <a:lnTo>
                    <a:pt x="1872192" y="5850"/>
                  </a:lnTo>
                  <a:lnTo>
                    <a:pt x="1907531" y="3455"/>
                  </a:lnTo>
                  <a:lnTo>
                    <a:pt x="1978152" y="6659"/>
                  </a:lnTo>
                  <a:lnTo>
                    <a:pt x="2013480" y="939"/>
                  </a:lnTo>
                  <a:lnTo>
                    <a:pt x="2048818" y="4997"/>
                  </a:lnTo>
                  <a:lnTo>
                    <a:pt x="2084145" y="3323"/>
                  </a:lnTo>
                  <a:lnTo>
                    <a:pt x="2119429" y="0"/>
                  </a:lnTo>
                </a:path>
              </a:pathLst>
            </a:custGeom>
            <a:ln w="10499">
              <a:solidFill>
                <a:srgbClr val="FD8C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8A7A2BF8-9316-2AF6-864D-5E45FE109B6B}"/>
                </a:ext>
              </a:extLst>
            </p:cNvPr>
            <p:cNvSpPr/>
            <p:nvPr/>
          </p:nvSpPr>
          <p:spPr>
            <a:xfrm>
              <a:off x="1889159" y="746108"/>
              <a:ext cx="2119630" cy="897255"/>
            </a:xfrm>
            <a:custGeom>
              <a:avLst/>
              <a:gdLst/>
              <a:ahLst/>
              <a:cxnLst/>
              <a:rect l="l" t="t" r="r" b="b"/>
              <a:pathLst>
                <a:path w="2119629" h="897255">
                  <a:moveTo>
                    <a:pt x="0" y="896941"/>
                  </a:moveTo>
                  <a:lnTo>
                    <a:pt x="7098" y="714212"/>
                  </a:lnTo>
                  <a:lnTo>
                    <a:pt x="14141" y="501199"/>
                  </a:lnTo>
                  <a:lnTo>
                    <a:pt x="21240" y="357768"/>
                  </a:lnTo>
                  <a:lnTo>
                    <a:pt x="28283" y="284499"/>
                  </a:lnTo>
                  <a:lnTo>
                    <a:pt x="35338" y="231049"/>
                  </a:lnTo>
                  <a:lnTo>
                    <a:pt x="56523" y="155986"/>
                  </a:lnTo>
                  <a:lnTo>
                    <a:pt x="63621" y="153252"/>
                  </a:lnTo>
                  <a:lnTo>
                    <a:pt x="70665" y="143343"/>
                  </a:lnTo>
                  <a:lnTo>
                    <a:pt x="106003" y="108563"/>
                  </a:lnTo>
                  <a:lnTo>
                    <a:pt x="141331" y="95274"/>
                  </a:lnTo>
                  <a:lnTo>
                    <a:pt x="176625" y="75073"/>
                  </a:lnTo>
                  <a:lnTo>
                    <a:pt x="211952" y="68018"/>
                  </a:lnTo>
                  <a:lnTo>
                    <a:pt x="247290" y="70413"/>
                  </a:lnTo>
                  <a:lnTo>
                    <a:pt x="282618" y="65754"/>
                  </a:lnTo>
                  <a:lnTo>
                    <a:pt x="317956" y="53920"/>
                  </a:lnTo>
                  <a:lnTo>
                    <a:pt x="353240" y="48320"/>
                  </a:lnTo>
                  <a:lnTo>
                    <a:pt x="388578" y="53669"/>
                  </a:lnTo>
                  <a:lnTo>
                    <a:pt x="423905" y="45542"/>
                  </a:lnTo>
                  <a:lnTo>
                    <a:pt x="459243" y="39352"/>
                  </a:lnTo>
                  <a:lnTo>
                    <a:pt x="494571" y="37897"/>
                  </a:lnTo>
                  <a:lnTo>
                    <a:pt x="529865" y="32647"/>
                  </a:lnTo>
                  <a:lnTo>
                    <a:pt x="565192" y="35294"/>
                  </a:lnTo>
                  <a:lnTo>
                    <a:pt x="600531" y="34102"/>
                  </a:lnTo>
                  <a:lnTo>
                    <a:pt x="671196" y="26194"/>
                  </a:lnTo>
                  <a:lnTo>
                    <a:pt x="706480" y="28239"/>
                  </a:lnTo>
                  <a:lnTo>
                    <a:pt x="741818" y="23077"/>
                  </a:lnTo>
                  <a:lnTo>
                    <a:pt x="777145" y="22738"/>
                  </a:lnTo>
                  <a:lnTo>
                    <a:pt x="812483" y="19019"/>
                  </a:lnTo>
                  <a:lnTo>
                    <a:pt x="847811" y="18418"/>
                  </a:lnTo>
                  <a:lnTo>
                    <a:pt x="883105" y="22268"/>
                  </a:lnTo>
                  <a:lnTo>
                    <a:pt x="918432" y="18669"/>
                  </a:lnTo>
                  <a:lnTo>
                    <a:pt x="953760" y="21065"/>
                  </a:lnTo>
                  <a:lnTo>
                    <a:pt x="989098" y="17948"/>
                  </a:lnTo>
                  <a:lnTo>
                    <a:pt x="1024425" y="16493"/>
                  </a:lnTo>
                  <a:lnTo>
                    <a:pt x="1095047" y="9099"/>
                  </a:lnTo>
                  <a:lnTo>
                    <a:pt x="1130385" y="11243"/>
                  </a:lnTo>
                  <a:lnTo>
                    <a:pt x="1165712" y="12227"/>
                  </a:lnTo>
                  <a:lnTo>
                    <a:pt x="1201051" y="7185"/>
                  </a:lnTo>
                  <a:lnTo>
                    <a:pt x="1236334" y="9963"/>
                  </a:lnTo>
                  <a:lnTo>
                    <a:pt x="1271672" y="9832"/>
                  </a:lnTo>
                  <a:lnTo>
                    <a:pt x="1307000" y="6967"/>
                  </a:lnTo>
                  <a:lnTo>
                    <a:pt x="1342338" y="7306"/>
                  </a:lnTo>
                  <a:lnTo>
                    <a:pt x="1377665" y="10040"/>
                  </a:lnTo>
                  <a:lnTo>
                    <a:pt x="1412960" y="10641"/>
                  </a:lnTo>
                  <a:lnTo>
                    <a:pt x="1448287" y="9963"/>
                  </a:lnTo>
                  <a:lnTo>
                    <a:pt x="1483625" y="11834"/>
                  </a:lnTo>
                  <a:lnTo>
                    <a:pt x="1554291" y="4790"/>
                  </a:lnTo>
                  <a:lnTo>
                    <a:pt x="1589574" y="2996"/>
                  </a:lnTo>
                  <a:lnTo>
                    <a:pt x="1624912" y="4790"/>
                  </a:lnTo>
                  <a:lnTo>
                    <a:pt x="1660240" y="3128"/>
                  </a:lnTo>
                  <a:lnTo>
                    <a:pt x="1695578" y="6113"/>
                  </a:lnTo>
                  <a:lnTo>
                    <a:pt x="1730905" y="4451"/>
                  </a:lnTo>
                  <a:lnTo>
                    <a:pt x="1766200" y="3598"/>
                  </a:lnTo>
                  <a:lnTo>
                    <a:pt x="1801527" y="4790"/>
                  </a:lnTo>
                  <a:lnTo>
                    <a:pt x="1836865" y="3718"/>
                  </a:lnTo>
                  <a:lnTo>
                    <a:pt x="1872192" y="8038"/>
                  </a:lnTo>
                  <a:lnTo>
                    <a:pt x="1907531" y="732"/>
                  </a:lnTo>
                  <a:lnTo>
                    <a:pt x="1942814" y="2996"/>
                  </a:lnTo>
                  <a:lnTo>
                    <a:pt x="1978152" y="4057"/>
                  </a:lnTo>
                  <a:lnTo>
                    <a:pt x="2013480" y="0"/>
                  </a:lnTo>
                  <a:lnTo>
                    <a:pt x="2048818" y="2526"/>
                  </a:lnTo>
                  <a:lnTo>
                    <a:pt x="2084145" y="601"/>
                  </a:lnTo>
                  <a:lnTo>
                    <a:pt x="2119429" y="2996"/>
                  </a:lnTo>
                </a:path>
              </a:pathLst>
            </a:custGeom>
            <a:ln w="10499">
              <a:solidFill>
                <a:srgbClr val="D64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6B36F221-A1D9-AB31-BF17-99F686DF1C15}"/>
                </a:ext>
              </a:extLst>
            </p:cNvPr>
            <p:cNvSpPr/>
            <p:nvPr/>
          </p:nvSpPr>
          <p:spPr>
            <a:xfrm>
              <a:off x="1889159" y="830871"/>
              <a:ext cx="2119630" cy="813435"/>
            </a:xfrm>
            <a:custGeom>
              <a:avLst/>
              <a:gdLst/>
              <a:ahLst/>
              <a:cxnLst/>
              <a:rect l="l" t="t" r="r" b="b"/>
              <a:pathLst>
                <a:path w="2119629" h="813435">
                  <a:moveTo>
                    <a:pt x="0" y="812177"/>
                  </a:moveTo>
                  <a:lnTo>
                    <a:pt x="106003" y="812177"/>
                  </a:lnTo>
                  <a:lnTo>
                    <a:pt x="141331" y="808502"/>
                  </a:lnTo>
                  <a:lnTo>
                    <a:pt x="176625" y="813249"/>
                  </a:lnTo>
                  <a:lnTo>
                    <a:pt x="211952" y="640430"/>
                  </a:lnTo>
                  <a:lnTo>
                    <a:pt x="247290" y="606251"/>
                  </a:lnTo>
                  <a:lnTo>
                    <a:pt x="282618" y="500214"/>
                  </a:lnTo>
                  <a:lnTo>
                    <a:pt x="317956" y="459243"/>
                  </a:lnTo>
                  <a:lnTo>
                    <a:pt x="353240" y="420493"/>
                  </a:lnTo>
                  <a:lnTo>
                    <a:pt x="388578" y="414510"/>
                  </a:lnTo>
                  <a:lnTo>
                    <a:pt x="423905" y="390754"/>
                  </a:lnTo>
                  <a:lnTo>
                    <a:pt x="459243" y="335849"/>
                  </a:lnTo>
                  <a:lnTo>
                    <a:pt x="494571" y="371745"/>
                  </a:lnTo>
                  <a:lnTo>
                    <a:pt x="529865" y="306330"/>
                  </a:lnTo>
                  <a:lnTo>
                    <a:pt x="565192" y="288174"/>
                  </a:lnTo>
                  <a:lnTo>
                    <a:pt x="600531" y="296202"/>
                  </a:lnTo>
                  <a:lnTo>
                    <a:pt x="635858" y="219433"/>
                  </a:lnTo>
                  <a:lnTo>
                    <a:pt x="671196" y="222682"/>
                  </a:lnTo>
                  <a:lnTo>
                    <a:pt x="706480" y="230578"/>
                  </a:lnTo>
                  <a:lnTo>
                    <a:pt x="741818" y="199954"/>
                  </a:lnTo>
                  <a:lnTo>
                    <a:pt x="777145" y="177139"/>
                  </a:lnTo>
                  <a:lnTo>
                    <a:pt x="812483" y="189093"/>
                  </a:lnTo>
                  <a:lnTo>
                    <a:pt x="847811" y="176789"/>
                  </a:lnTo>
                  <a:lnTo>
                    <a:pt x="883105" y="175936"/>
                  </a:lnTo>
                  <a:lnTo>
                    <a:pt x="918432" y="163763"/>
                  </a:lnTo>
                  <a:lnTo>
                    <a:pt x="953760" y="278385"/>
                  </a:lnTo>
                  <a:lnTo>
                    <a:pt x="989098" y="112708"/>
                  </a:lnTo>
                  <a:lnTo>
                    <a:pt x="1024425" y="184314"/>
                  </a:lnTo>
                  <a:lnTo>
                    <a:pt x="1059720" y="142490"/>
                  </a:lnTo>
                  <a:lnTo>
                    <a:pt x="1095047" y="95493"/>
                  </a:lnTo>
                  <a:lnTo>
                    <a:pt x="1130385" y="89040"/>
                  </a:lnTo>
                  <a:lnTo>
                    <a:pt x="1165712" y="110312"/>
                  </a:lnTo>
                  <a:lnTo>
                    <a:pt x="1201051" y="63960"/>
                  </a:lnTo>
                  <a:lnTo>
                    <a:pt x="1236334" y="73870"/>
                  </a:lnTo>
                  <a:lnTo>
                    <a:pt x="1271672" y="73148"/>
                  </a:lnTo>
                  <a:lnTo>
                    <a:pt x="1307000" y="67034"/>
                  </a:lnTo>
                  <a:lnTo>
                    <a:pt x="1342338" y="71824"/>
                  </a:lnTo>
                  <a:lnTo>
                    <a:pt x="1377665" y="68018"/>
                  </a:lnTo>
                  <a:lnTo>
                    <a:pt x="1412960" y="39909"/>
                  </a:lnTo>
                  <a:lnTo>
                    <a:pt x="1448287" y="59772"/>
                  </a:lnTo>
                  <a:lnTo>
                    <a:pt x="1483625" y="37306"/>
                  </a:lnTo>
                  <a:lnTo>
                    <a:pt x="1518952" y="36103"/>
                  </a:lnTo>
                  <a:lnTo>
                    <a:pt x="1554291" y="30471"/>
                  </a:lnTo>
                  <a:lnTo>
                    <a:pt x="1589574" y="45072"/>
                  </a:lnTo>
                  <a:lnTo>
                    <a:pt x="1624912" y="24269"/>
                  </a:lnTo>
                  <a:lnTo>
                    <a:pt x="1660240" y="46275"/>
                  </a:lnTo>
                  <a:lnTo>
                    <a:pt x="1695578" y="27266"/>
                  </a:lnTo>
                  <a:lnTo>
                    <a:pt x="1730905" y="10980"/>
                  </a:lnTo>
                  <a:lnTo>
                    <a:pt x="1766200" y="19960"/>
                  </a:lnTo>
                  <a:lnTo>
                    <a:pt x="1801527" y="30252"/>
                  </a:lnTo>
                  <a:lnTo>
                    <a:pt x="1836865" y="22224"/>
                  </a:lnTo>
                  <a:lnTo>
                    <a:pt x="1872192" y="41572"/>
                  </a:lnTo>
                  <a:lnTo>
                    <a:pt x="1907531" y="0"/>
                  </a:lnTo>
                  <a:lnTo>
                    <a:pt x="1942814" y="10171"/>
                  </a:lnTo>
                  <a:lnTo>
                    <a:pt x="1978152" y="5512"/>
                  </a:lnTo>
                  <a:lnTo>
                    <a:pt x="2013480" y="5731"/>
                  </a:lnTo>
                  <a:lnTo>
                    <a:pt x="2048818" y="3204"/>
                  </a:lnTo>
                  <a:lnTo>
                    <a:pt x="2084145" y="2865"/>
                  </a:lnTo>
                  <a:lnTo>
                    <a:pt x="2119429" y="1203"/>
                  </a:lnTo>
                </a:path>
              </a:pathLst>
            </a:custGeom>
            <a:ln w="10499">
              <a:solidFill>
                <a:srgbClr val="C4D8E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25A7540D-9871-466F-8E31-88097B590EBB}"/>
                </a:ext>
              </a:extLst>
            </p:cNvPr>
            <p:cNvSpPr/>
            <p:nvPr/>
          </p:nvSpPr>
          <p:spPr>
            <a:xfrm>
              <a:off x="1889159" y="817375"/>
              <a:ext cx="2119630" cy="826135"/>
            </a:xfrm>
            <a:custGeom>
              <a:avLst/>
              <a:gdLst/>
              <a:ahLst/>
              <a:cxnLst/>
              <a:rect l="l" t="t" r="r" b="b"/>
              <a:pathLst>
                <a:path w="2119629" h="826135">
                  <a:moveTo>
                    <a:pt x="0" y="825674"/>
                  </a:moveTo>
                  <a:lnTo>
                    <a:pt x="106003" y="825674"/>
                  </a:lnTo>
                  <a:lnTo>
                    <a:pt x="141331" y="748008"/>
                  </a:lnTo>
                  <a:lnTo>
                    <a:pt x="176625" y="724460"/>
                  </a:lnTo>
                  <a:lnTo>
                    <a:pt x="211952" y="580526"/>
                  </a:lnTo>
                  <a:lnTo>
                    <a:pt x="247290" y="514695"/>
                  </a:lnTo>
                  <a:lnTo>
                    <a:pt x="282618" y="505716"/>
                  </a:lnTo>
                  <a:lnTo>
                    <a:pt x="317956" y="457657"/>
                  </a:lnTo>
                  <a:lnTo>
                    <a:pt x="353240" y="406132"/>
                  </a:lnTo>
                  <a:lnTo>
                    <a:pt x="388578" y="406132"/>
                  </a:lnTo>
                  <a:lnTo>
                    <a:pt x="423905" y="355711"/>
                  </a:lnTo>
                  <a:lnTo>
                    <a:pt x="459243" y="366692"/>
                  </a:lnTo>
                  <a:lnTo>
                    <a:pt x="494571" y="296158"/>
                  </a:lnTo>
                  <a:lnTo>
                    <a:pt x="529865" y="361913"/>
                  </a:lnTo>
                  <a:lnTo>
                    <a:pt x="565192" y="318886"/>
                  </a:lnTo>
                  <a:lnTo>
                    <a:pt x="600531" y="297274"/>
                  </a:lnTo>
                  <a:lnTo>
                    <a:pt x="635858" y="255318"/>
                  </a:lnTo>
                  <a:lnTo>
                    <a:pt x="671196" y="270138"/>
                  </a:lnTo>
                  <a:lnTo>
                    <a:pt x="706480" y="272402"/>
                  </a:lnTo>
                  <a:lnTo>
                    <a:pt x="741818" y="179742"/>
                  </a:lnTo>
                  <a:lnTo>
                    <a:pt x="777145" y="209896"/>
                  </a:lnTo>
                  <a:lnTo>
                    <a:pt x="812483" y="203410"/>
                  </a:lnTo>
                  <a:lnTo>
                    <a:pt x="847811" y="245956"/>
                  </a:lnTo>
                  <a:lnTo>
                    <a:pt x="883105" y="123809"/>
                  </a:lnTo>
                  <a:lnTo>
                    <a:pt x="918432" y="174864"/>
                  </a:lnTo>
                  <a:lnTo>
                    <a:pt x="953760" y="146755"/>
                  </a:lnTo>
                  <a:lnTo>
                    <a:pt x="989098" y="124793"/>
                  </a:lnTo>
                  <a:lnTo>
                    <a:pt x="1024425" y="143420"/>
                  </a:lnTo>
                  <a:lnTo>
                    <a:pt x="1059720" y="138640"/>
                  </a:lnTo>
                  <a:lnTo>
                    <a:pt x="1095047" y="77676"/>
                  </a:lnTo>
                  <a:lnTo>
                    <a:pt x="1130385" y="94158"/>
                  </a:lnTo>
                  <a:lnTo>
                    <a:pt x="1165712" y="117487"/>
                  </a:lnTo>
                  <a:lnTo>
                    <a:pt x="1201051" y="62167"/>
                  </a:lnTo>
                  <a:lnTo>
                    <a:pt x="1236334" y="73268"/>
                  </a:lnTo>
                  <a:lnTo>
                    <a:pt x="1271672" y="71813"/>
                  </a:lnTo>
                  <a:lnTo>
                    <a:pt x="1307000" y="77205"/>
                  </a:lnTo>
                  <a:lnTo>
                    <a:pt x="1342338" y="77927"/>
                  </a:lnTo>
                  <a:lnTo>
                    <a:pt x="1377665" y="80662"/>
                  </a:lnTo>
                  <a:lnTo>
                    <a:pt x="1412960" y="71004"/>
                  </a:lnTo>
                  <a:lnTo>
                    <a:pt x="1448287" y="71813"/>
                  </a:lnTo>
                  <a:lnTo>
                    <a:pt x="1483625" y="35972"/>
                  </a:lnTo>
                  <a:lnTo>
                    <a:pt x="1518952" y="51733"/>
                  </a:lnTo>
                  <a:lnTo>
                    <a:pt x="1554291" y="36694"/>
                  </a:lnTo>
                  <a:lnTo>
                    <a:pt x="1589574" y="53319"/>
                  </a:lnTo>
                  <a:lnTo>
                    <a:pt x="1624912" y="14437"/>
                  </a:lnTo>
                  <a:lnTo>
                    <a:pt x="1660240" y="27343"/>
                  </a:lnTo>
                  <a:lnTo>
                    <a:pt x="1695578" y="21874"/>
                  </a:lnTo>
                  <a:lnTo>
                    <a:pt x="1730905" y="40292"/>
                  </a:lnTo>
                  <a:lnTo>
                    <a:pt x="1766200" y="16362"/>
                  </a:lnTo>
                  <a:lnTo>
                    <a:pt x="1801527" y="21874"/>
                  </a:lnTo>
                  <a:lnTo>
                    <a:pt x="1836865" y="24357"/>
                  </a:lnTo>
                  <a:lnTo>
                    <a:pt x="1872192" y="22093"/>
                  </a:lnTo>
                  <a:lnTo>
                    <a:pt x="1907531" y="8246"/>
                  </a:lnTo>
                  <a:lnTo>
                    <a:pt x="1942814" y="0"/>
                  </a:lnTo>
                  <a:lnTo>
                    <a:pt x="1978152" y="2012"/>
                  </a:lnTo>
                  <a:lnTo>
                    <a:pt x="2013480" y="7174"/>
                  </a:lnTo>
                  <a:lnTo>
                    <a:pt x="2048818" y="8454"/>
                  </a:lnTo>
                  <a:lnTo>
                    <a:pt x="2084145" y="2865"/>
                  </a:lnTo>
                  <a:lnTo>
                    <a:pt x="2119429" y="22087"/>
                  </a:lnTo>
                </a:path>
              </a:pathLst>
            </a:custGeom>
            <a:ln w="10499">
              <a:solidFill>
                <a:srgbClr val="67AED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7D09EE61-6F07-EFA2-180F-650D0D98B70F}"/>
                </a:ext>
              </a:extLst>
            </p:cNvPr>
            <p:cNvSpPr/>
            <p:nvPr/>
          </p:nvSpPr>
          <p:spPr>
            <a:xfrm>
              <a:off x="1889159" y="875091"/>
              <a:ext cx="2119630" cy="768350"/>
            </a:xfrm>
            <a:custGeom>
              <a:avLst/>
              <a:gdLst/>
              <a:ahLst/>
              <a:cxnLst/>
              <a:rect l="l" t="t" r="r" b="b"/>
              <a:pathLst>
                <a:path w="2119629" h="768350">
                  <a:moveTo>
                    <a:pt x="0" y="767958"/>
                  </a:moveTo>
                  <a:lnTo>
                    <a:pt x="63621" y="767958"/>
                  </a:lnTo>
                  <a:lnTo>
                    <a:pt x="70665" y="678666"/>
                  </a:lnTo>
                  <a:lnTo>
                    <a:pt x="106003" y="659788"/>
                  </a:lnTo>
                  <a:lnTo>
                    <a:pt x="141331" y="572203"/>
                  </a:lnTo>
                  <a:lnTo>
                    <a:pt x="176625" y="592284"/>
                  </a:lnTo>
                  <a:lnTo>
                    <a:pt x="211952" y="570147"/>
                  </a:lnTo>
                  <a:lnTo>
                    <a:pt x="247290" y="463170"/>
                  </a:lnTo>
                  <a:lnTo>
                    <a:pt x="282618" y="495085"/>
                  </a:lnTo>
                  <a:lnTo>
                    <a:pt x="317956" y="403868"/>
                  </a:lnTo>
                  <a:lnTo>
                    <a:pt x="353240" y="380462"/>
                  </a:lnTo>
                  <a:lnTo>
                    <a:pt x="388578" y="347727"/>
                  </a:lnTo>
                  <a:lnTo>
                    <a:pt x="423905" y="325940"/>
                  </a:lnTo>
                  <a:lnTo>
                    <a:pt x="459243" y="319958"/>
                  </a:lnTo>
                  <a:lnTo>
                    <a:pt x="494571" y="290952"/>
                  </a:lnTo>
                  <a:lnTo>
                    <a:pt x="529865" y="438309"/>
                  </a:lnTo>
                  <a:lnTo>
                    <a:pt x="565192" y="321281"/>
                  </a:lnTo>
                  <a:lnTo>
                    <a:pt x="600531" y="243747"/>
                  </a:lnTo>
                  <a:lnTo>
                    <a:pt x="635858" y="241822"/>
                  </a:lnTo>
                  <a:lnTo>
                    <a:pt x="671196" y="220286"/>
                  </a:lnTo>
                  <a:lnTo>
                    <a:pt x="706480" y="227593"/>
                  </a:lnTo>
                  <a:lnTo>
                    <a:pt x="741818" y="293818"/>
                  </a:lnTo>
                  <a:lnTo>
                    <a:pt x="777145" y="226739"/>
                  </a:lnTo>
                  <a:lnTo>
                    <a:pt x="812483" y="259376"/>
                  </a:lnTo>
                  <a:lnTo>
                    <a:pt x="847811" y="130776"/>
                  </a:lnTo>
                  <a:lnTo>
                    <a:pt x="883105" y="160427"/>
                  </a:lnTo>
                  <a:lnTo>
                    <a:pt x="918432" y="137229"/>
                  </a:lnTo>
                  <a:lnTo>
                    <a:pt x="953760" y="162691"/>
                  </a:lnTo>
                  <a:lnTo>
                    <a:pt x="989098" y="116295"/>
                  </a:lnTo>
                  <a:lnTo>
                    <a:pt x="1024425" y="156840"/>
                  </a:lnTo>
                  <a:lnTo>
                    <a:pt x="1059720" y="127320"/>
                  </a:lnTo>
                  <a:lnTo>
                    <a:pt x="1095047" y="146668"/>
                  </a:lnTo>
                  <a:lnTo>
                    <a:pt x="1130385" y="102919"/>
                  </a:lnTo>
                  <a:lnTo>
                    <a:pt x="1165712" y="111986"/>
                  </a:lnTo>
                  <a:lnTo>
                    <a:pt x="1201051" y="71223"/>
                  </a:lnTo>
                  <a:lnTo>
                    <a:pt x="1236334" y="102066"/>
                  </a:lnTo>
                  <a:lnTo>
                    <a:pt x="1271672" y="65885"/>
                  </a:lnTo>
                  <a:lnTo>
                    <a:pt x="1307000" y="111045"/>
                  </a:lnTo>
                  <a:lnTo>
                    <a:pt x="1342338" y="78398"/>
                  </a:lnTo>
                  <a:lnTo>
                    <a:pt x="1377665" y="55845"/>
                  </a:lnTo>
                  <a:lnTo>
                    <a:pt x="1412960" y="57256"/>
                  </a:lnTo>
                  <a:lnTo>
                    <a:pt x="1448287" y="46483"/>
                  </a:lnTo>
                  <a:lnTo>
                    <a:pt x="1483625" y="57726"/>
                  </a:lnTo>
                  <a:lnTo>
                    <a:pt x="1518952" y="48408"/>
                  </a:lnTo>
                  <a:lnTo>
                    <a:pt x="1554291" y="44219"/>
                  </a:lnTo>
                  <a:lnTo>
                    <a:pt x="1589574" y="32767"/>
                  </a:lnTo>
                  <a:lnTo>
                    <a:pt x="1624912" y="54390"/>
                  </a:lnTo>
                  <a:lnTo>
                    <a:pt x="1660240" y="27518"/>
                  </a:lnTo>
                  <a:lnTo>
                    <a:pt x="1695578" y="15891"/>
                  </a:lnTo>
                  <a:lnTo>
                    <a:pt x="1730905" y="22476"/>
                  </a:lnTo>
                  <a:lnTo>
                    <a:pt x="1766200" y="34058"/>
                  </a:lnTo>
                  <a:lnTo>
                    <a:pt x="1801527" y="24608"/>
                  </a:lnTo>
                  <a:lnTo>
                    <a:pt x="1836865" y="0"/>
                  </a:lnTo>
                  <a:lnTo>
                    <a:pt x="1872192" y="9920"/>
                  </a:lnTo>
                  <a:lnTo>
                    <a:pt x="1907531" y="9449"/>
                  </a:lnTo>
                  <a:lnTo>
                    <a:pt x="1942814" y="5982"/>
                  </a:lnTo>
                  <a:lnTo>
                    <a:pt x="1978152" y="18418"/>
                  </a:lnTo>
                  <a:lnTo>
                    <a:pt x="2013480" y="16362"/>
                  </a:lnTo>
                  <a:lnTo>
                    <a:pt x="2048818" y="8979"/>
                  </a:lnTo>
                  <a:lnTo>
                    <a:pt x="2084145" y="5392"/>
                  </a:lnTo>
                  <a:lnTo>
                    <a:pt x="2119429" y="351"/>
                  </a:lnTo>
                </a:path>
              </a:pathLst>
            </a:custGeom>
            <a:ln w="10499">
              <a:solidFill>
                <a:srgbClr val="1D70B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E31ABF54-F48C-E22C-3B78-AD5232D44A4A}"/>
                </a:ext>
              </a:extLst>
            </p:cNvPr>
            <p:cNvSpPr/>
            <p:nvPr/>
          </p:nvSpPr>
          <p:spPr>
            <a:xfrm>
              <a:off x="1889159" y="567317"/>
              <a:ext cx="2119630" cy="1136015"/>
            </a:xfrm>
            <a:custGeom>
              <a:avLst/>
              <a:gdLst/>
              <a:ahLst/>
              <a:cxnLst/>
              <a:rect l="l" t="t" r="r" b="b"/>
              <a:pathLst>
                <a:path w="2119629" h="1136014">
                  <a:moveTo>
                    <a:pt x="0" y="0"/>
                  </a:moveTo>
                  <a:lnTo>
                    <a:pt x="2119440" y="0"/>
                  </a:lnTo>
                </a:path>
                <a:path w="2119629" h="1136014">
                  <a:moveTo>
                    <a:pt x="0" y="1135504"/>
                  </a:moveTo>
                  <a:lnTo>
                    <a:pt x="2119440" y="1135504"/>
                  </a:lnTo>
                </a:path>
              </a:pathLst>
            </a:custGeom>
            <a:ln w="6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42B300C7-8EDE-CD30-47CC-41CE809F2090}"/>
                </a:ext>
              </a:extLst>
            </p:cNvPr>
            <p:cNvSpPr/>
            <p:nvPr/>
          </p:nvSpPr>
          <p:spPr>
            <a:xfrm>
              <a:off x="2242399" y="567317"/>
              <a:ext cx="0" cy="1136015"/>
            </a:xfrm>
            <a:custGeom>
              <a:avLst/>
              <a:gdLst/>
              <a:ahLst/>
              <a:cxnLst/>
              <a:rect l="l" t="t" r="r" b="b"/>
              <a:pathLst>
                <a:path h="1136014">
                  <a:moveTo>
                    <a:pt x="0" y="1135504"/>
                  </a:moveTo>
                  <a:lnTo>
                    <a:pt x="0" y="1107515"/>
                  </a:lnTo>
                </a:path>
                <a:path h="1136014">
                  <a:moveTo>
                    <a:pt x="0" y="0"/>
                  </a:moveTo>
                  <a:lnTo>
                    <a:pt x="0" y="27977"/>
                  </a:lnTo>
                </a:path>
              </a:pathLst>
            </a:custGeom>
            <a:ln w="3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15F95640-7271-6116-4218-30517DC73FB4}"/>
                </a:ext>
              </a:extLst>
            </p:cNvPr>
            <p:cNvSpPr/>
            <p:nvPr/>
          </p:nvSpPr>
          <p:spPr>
            <a:xfrm>
              <a:off x="2193264" y="1731784"/>
              <a:ext cx="99060" cy="42545"/>
            </a:xfrm>
            <a:custGeom>
              <a:avLst/>
              <a:gdLst/>
              <a:ahLst/>
              <a:cxnLst/>
              <a:rect l="l" t="t" r="r" b="b"/>
              <a:pathLst>
                <a:path w="99060" h="42544">
                  <a:moveTo>
                    <a:pt x="26441" y="24231"/>
                  </a:moveTo>
                  <a:lnTo>
                    <a:pt x="25082" y="20866"/>
                  </a:lnTo>
                  <a:lnTo>
                    <a:pt x="19697" y="15862"/>
                  </a:lnTo>
                  <a:lnTo>
                    <a:pt x="16103" y="14579"/>
                  </a:lnTo>
                  <a:lnTo>
                    <a:pt x="10807" y="14579"/>
                  </a:lnTo>
                  <a:lnTo>
                    <a:pt x="9182" y="14795"/>
                  </a:lnTo>
                  <a:lnTo>
                    <a:pt x="7556" y="15125"/>
                  </a:lnTo>
                  <a:lnTo>
                    <a:pt x="6794" y="15443"/>
                  </a:lnTo>
                  <a:lnTo>
                    <a:pt x="6794" y="5397"/>
                  </a:lnTo>
                  <a:lnTo>
                    <a:pt x="23418" y="5397"/>
                  </a:lnTo>
                  <a:lnTo>
                    <a:pt x="23418" y="736"/>
                  </a:lnTo>
                  <a:lnTo>
                    <a:pt x="1752" y="736"/>
                  </a:lnTo>
                  <a:lnTo>
                    <a:pt x="1752" y="21247"/>
                  </a:lnTo>
                  <a:lnTo>
                    <a:pt x="3251" y="20561"/>
                  </a:lnTo>
                  <a:lnTo>
                    <a:pt x="4749" y="20091"/>
                  </a:lnTo>
                  <a:lnTo>
                    <a:pt x="7645" y="19405"/>
                  </a:lnTo>
                  <a:lnTo>
                    <a:pt x="9182" y="19227"/>
                  </a:lnTo>
                  <a:lnTo>
                    <a:pt x="13754" y="19227"/>
                  </a:lnTo>
                  <a:lnTo>
                    <a:pt x="16268" y="20091"/>
                  </a:lnTo>
                  <a:lnTo>
                    <a:pt x="19951" y="23418"/>
                  </a:lnTo>
                  <a:lnTo>
                    <a:pt x="20891" y="25679"/>
                  </a:lnTo>
                  <a:lnTo>
                    <a:pt x="20891" y="31330"/>
                  </a:lnTo>
                  <a:lnTo>
                    <a:pt x="19951" y="33591"/>
                  </a:lnTo>
                  <a:lnTo>
                    <a:pt x="16268" y="36918"/>
                  </a:lnTo>
                  <a:lnTo>
                    <a:pt x="13754" y="37744"/>
                  </a:lnTo>
                  <a:lnTo>
                    <a:pt x="8674" y="37744"/>
                  </a:lnTo>
                  <a:lnTo>
                    <a:pt x="6832" y="37566"/>
                  </a:lnTo>
                  <a:lnTo>
                    <a:pt x="3289" y="36664"/>
                  </a:lnTo>
                  <a:lnTo>
                    <a:pt x="1612" y="35991"/>
                  </a:lnTo>
                  <a:lnTo>
                    <a:pt x="0" y="35090"/>
                  </a:lnTo>
                  <a:lnTo>
                    <a:pt x="0" y="40640"/>
                  </a:lnTo>
                  <a:lnTo>
                    <a:pt x="1879" y="41236"/>
                  </a:lnTo>
                  <a:lnTo>
                    <a:pt x="3670" y="41617"/>
                  </a:lnTo>
                  <a:lnTo>
                    <a:pt x="5461" y="41922"/>
                  </a:lnTo>
                  <a:lnTo>
                    <a:pt x="9004" y="42316"/>
                  </a:lnTo>
                  <a:lnTo>
                    <a:pt x="15684" y="42316"/>
                  </a:lnTo>
                  <a:lnTo>
                    <a:pt x="19519" y="41148"/>
                  </a:lnTo>
                  <a:lnTo>
                    <a:pt x="25031" y="36322"/>
                  </a:lnTo>
                  <a:lnTo>
                    <a:pt x="26441" y="32905"/>
                  </a:lnTo>
                  <a:lnTo>
                    <a:pt x="26441" y="24231"/>
                  </a:lnTo>
                  <a:close/>
                </a:path>
                <a:path w="99060" h="42544">
                  <a:moveTo>
                    <a:pt x="63182" y="14363"/>
                  </a:moveTo>
                  <a:lnTo>
                    <a:pt x="61950" y="9105"/>
                  </a:lnTo>
                  <a:lnTo>
                    <a:pt x="59550" y="5473"/>
                  </a:lnTo>
                  <a:lnTo>
                    <a:pt x="58826" y="4406"/>
                  </a:lnTo>
                  <a:lnTo>
                    <a:pt x="57632" y="2705"/>
                  </a:lnTo>
                  <a:lnTo>
                    <a:pt x="57632" y="15595"/>
                  </a:lnTo>
                  <a:lnTo>
                    <a:pt x="57632" y="26797"/>
                  </a:lnTo>
                  <a:lnTo>
                    <a:pt x="56908" y="30975"/>
                  </a:lnTo>
                  <a:lnTo>
                    <a:pt x="55537" y="33794"/>
                  </a:lnTo>
                  <a:lnTo>
                    <a:pt x="54038" y="36576"/>
                  </a:lnTo>
                  <a:lnTo>
                    <a:pt x="51955" y="37985"/>
                  </a:lnTo>
                  <a:lnTo>
                    <a:pt x="46228" y="37985"/>
                  </a:lnTo>
                  <a:lnTo>
                    <a:pt x="44081" y="36576"/>
                  </a:lnTo>
                  <a:lnTo>
                    <a:pt x="42633" y="33794"/>
                  </a:lnTo>
                  <a:lnTo>
                    <a:pt x="41186" y="30975"/>
                  </a:lnTo>
                  <a:lnTo>
                    <a:pt x="40500" y="26797"/>
                  </a:lnTo>
                  <a:lnTo>
                    <a:pt x="40500" y="15595"/>
                  </a:lnTo>
                  <a:lnTo>
                    <a:pt x="41186" y="11417"/>
                  </a:lnTo>
                  <a:lnTo>
                    <a:pt x="44081" y="5778"/>
                  </a:lnTo>
                  <a:lnTo>
                    <a:pt x="46228" y="4406"/>
                  </a:lnTo>
                  <a:lnTo>
                    <a:pt x="51955" y="4406"/>
                  </a:lnTo>
                  <a:lnTo>
                    <a:pt x="54038" y="5778"/>
                  </a:lnTo>
                  <a:lnTo>
                    <a:pt x="55537" y="8597"/>
                  </a:lnTo>
                  <a:lnTo>
                    <a:pt x="56908" y="11417"/>
                  </a:lnTo>
                  <a:lnTo>
                    <a:pt x="57632" y="15595"/>
                  </a:lnTo>
                  <a:lnTo>
                    <a:pt x="57632" y="2705"/>
                  </a:lnTo>
                  <a:lnTo>
                    <a:pt x="57073" y="1892"/>
                  </a:lnTo>
                  <a:lnTo>
                    <a:pt x="53606" y="0"/>
                  </a:lnTo>
                  <a:lnTo>
                    <a:pt x="44462" y="0"/>
                  </a:lnTo>
                  <a:lnTo>
                    <a:pt x="40970" y="1892"/>
                  </a:lnTo>
                  <a:lnTo>
                    <a:pt x="38544" y="5473"/>
                  </a:lnTo>
                  <a:lnTo>
                    <a:pt x="36144" y="9105"/>
                  </a:lnTo>
                  <a:lnTo>
                    <a:pt x="34988" y="14363"/>
                  </a:lnTo>
                  <a:lnTo>
                    <a:pt x="34988" y="28079"/>
                  </a:lnTo>
                  <a:lnTo>
                    <a:pt x="36144" y="33324"/>
                  </a:lnTo>
                  <a:lnTo>
                    <a:pt x="40970" y="40513"/>
                  </a:lnTo>
                  <a:lnTo>
                    <a:pt x="44462" y="42316"/>
                  </a:lnTo>
                  <a:lnTo>
                    <a:pt x="53606" y="42316"/>
                  </a:lnTo>
                  <a:lnTo>
                    <a:pt x="57073" y="40513"/>
                  </a:lnTo>
                  <a:lnTo>
                    <a:pt x="58813" y="37985"/>
                  </a:lnTo>
                  <a:lnTo>
                    <a:pt x="59550" y="36918"/>
                  </a:lnTo>
                  <a:lnTo>
                    <a:pt x="61950" y="33324"/>
                  </a:lnTo>
                  <a:lnTo>
                    <a:pt x="63182" y="28079"/>
                  </a:lnTo>
                  <a:lnTo>
                    <a:pt x="63182" y="14363"/>
                  </a:lnTo>
                  <a:close/>
                </a:path>
                <a:path w="99060" h="42544">
                  <a:moveTo>
                    <a:pt x="98818" y="14363"/>
                  </a:moveTo>
                  <a:lnTo>
                    <a:pt x="97574" y="9105"/>
                  </a:lnTo>
                  <a:lnTo>
                    <a:pt x="95186" y="5473"/>
                  </a:lnTo>
                  <a:lnTo>
                    <a:pt x="94449" y="4406"/>
                  </a:lnTo>
                  <a:lnTo>
                    <a:pt x="93256" y="2692"/>
                  </a:lnTo>
                  <a:lnTo>
                    <a:pt x="93256" y="15595"/>
                  </a:lnTo>
                  <a:lnTo>
                    <a:pt x="93256" y="26797"/>
                  </a:lnTo>
                  <a:lnTo>
                    <a:pt x="92532" y="30975"/>
                  </a:lnTo>
                  <a:lnTo>
                    <a:pt x="91173" y="33794"/>
                  </a:lnTo>
                  <a:lnTo>
                    <a:pt x="89674" y="36576"/>
                  </a:lnTo>
                  <a:lnTo>
                    <a:pt x="87579" y="37985"/>
                  </a:lnTo>
                  <a:lnTo>
                    <a:pt x="81851" y="37985"/>
                  </a:lnTo>
                  <a:lnTo>
                    <a:pt x="79717" y="36576"/>
                  </a:lnTo>
                  <a:lnTo>
                    <a:pt x="78270" y="33794"/>
                  </a:lnTo>
                  <a:lnTo>
                    <a:pt x="76822" y="30975"/>
                  </a:lnTo>
                  <a:lnTo>
                    <a:pt x="76136" y="26797"/>
                  </a:lnTo>
                  <a:lnTo>
                    <a:pt x="76136" y="15595"/>
                  </a:lnTo>
                  <a:lnTo>
                    <a:pt x="76822" y="11417"/>
                  </a:lnTo>
                  <a:lnTo>
                    <a:pt x="79717" y="5778"/>
                  </a:lnTo>
                  <a:lnTo>
                    <a:pt x="81851" y="4406"/>
                  </a:lnTo>
                  <a:lnTo>
                    <a:pt x="87579" y="4406"/>
                  </a:lnTo>
                  <a:lnTo>
                    <a:pt x="89674" y="5778"/>
                  </a:lnTo>
                  <a:lnTo>
                    <a:pt x="91173" y="8597"/>
                  </a:lnTo>
                  <a:lnTo>
                    <a:pt x="92532" y="11417"/>
                  </a:lnTo>
                  <a:lnTo>
                    <a:pt x="93256" y="15595"/>
                  </a:lnTo>
                  <a:lnTo>
                    <a:pt x="93256" y="2692"/>
                  </a:lnTo>
                  <a:lnTo>
                    <a:pt x="92710" y="1892"/>
                  </a:lnTo>
                  <a:lnTo>
                    <a:pt x="89242" y="0"/>
                  </a:lnTo>
                  <a:lnTo>
                    <a:pt x="80098" y="0"/>
                  </a:lnTo>
                  <a:lnTo>
                    <a:pt x="76606" y="1892"/>
                  </a:lnTo>
                  <a:lnTo>
                    <a:pt x="74168" y="5473"/>
                  </a:lnTo>
                  <a:lnTo>
                    <a:pt x="71780" y="9105"/>
                  </a:lnTo>
                  <a:lnTo>
                    <a:pt x="70624" y="14363"/>
                  </a:lnTo>
                  <a:lnTo>
                    <a:pt x="70624" y="28079"/>
                  </a:lnTo>
                  <a:lnTo>
                    <a:pt x="71780" y="33324"/>
                  </a:lnTo>
                  <a:lnTo>
                    <a:pt x="74168" y="36918"/>
                  </a:lnTo>
                  <a:lnTo>
                    <a:pt x="76606" y="40513"/>
                  </a:lnTo>
                  <a:lnTo>
                    <a:pt x="80098" y="42316"/>
                  </a:lnTo>
                  <a:lnTo>
                    <a:pt x="89242" y="42316"/>
                  </a:lnTo>
                  <a:lnTo>
                    <a:pt x="92710" y="40513"/>
                  </a:lnTo>
                  <a:lnTo>
                    <a:pt x="94449" y="37985"/>
                  </a:lnTo>
                  <a:lnTo>
                    <a:pt x="95186" y="36918"/>
                  </a:lnTo>
                  <a:lnTo>
                    <a:pt x="97574" y="33324"/>
                  </a:lnTo>
                  <a:lnTo>
                    <a:pt x="98818" y="28079"/>
                  </a:lnTo>
                  <a:lnTo>
                    <a:pt x="98818" y="143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A7BCB128-4ECF-918A-AEE6-920AFFBC7DC5}"/>
                </a:ext>
              </a:extLst>
            </p:cNvPr>
            <p:cNvSpPr/>
            <p:nvPr/>
          </p:nvSpPr>
          <p:spPr>
            <a:xfrm>
              <a:off x="2595639" y="567317"/>
              <a:ext cx="1059815" cy="28575"/>
            </a:xfrm>
            <a:custGeom>
              <a:avLst/>
              <a:gdLst/>
              <a:ahLst/>
              <a:cxnLst/>
              <a:rect l="l" t="t" r="r" b="b"/>
              <a:pathLst>
                <a:path w="1059814" h="28575">
                  <a:moveTo>
                    <a:pt x="0" y="0"/>
                  </a:moveTo>
                  <a:lnTo>
                    <a:pt x="0" y="27977"/>
                  </a:lnTo>
                </a:path>
                <a:path w="1059814" h="28575">
                  <a:moveTo>
                    <a:pt x="353240" y="0"/>
                  </a:moveTo>
                  <a:lnTo>
                    <a:pt x="353240" y="27977"/>
                  </a:lnTo>
                </a:path>
                <a:path w="1059814" h="28575">
                  <a:moveTo>
                    <a:pt x="706480" y="0"/>
                  </a:moveTo>
                  <a:lnTo>
                    <a:pt x="706480" y="27977"/>
                  </a:lnTo>
                </a:path>
                <a:path w="1059814" h="28575">
                  <a:moveTo>
                    <a:pt x="1059720" y="0"/>
                  </a:moveTo>
                  <a:lnTo>
                    <a:pt x="1059720" y="27977"/>
                  </a:lnTo>
                </a:path>
              </a:pathLst>
            </a:custGeom>
            <a:ln w="3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5">
              <a:extLst>
                <a:ext uri="{FF2B5EF4-FFF2-40B4-BE49-F238E27FC236}">
                  <a16:creationId xmlns:a16="http://schemas.microsoft.com/office/drawing/2014/main" id="{E32E32FC-C2A3-EFD5-2D1B-851AC804383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0485" y="1674832"/>
              <a:ext cx="839094" cy="188503"/>
            </a:xfrm>
            <a:prstGeom prst="rect">
              <a:avLst/>
            </a:prstGeom>
          </p:spPr>
        </p:pic>
        <p:pic>
          <p:nvPicPr>
            <p:cNvPr id="18" name="object 16">
              <a:extLst>
                <a:ext uri="{FF2B5EF4-FFF2-40B4-BE49-F238E27FC236}">
                  <a16:creationId xmlns:a16="http://schemas.microsoft.com/office/drawing/2014/main" id="{5A71588D-7948-1CFC-B76E-7C7DC97FB89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4512" y="541166"/>
              <a:ext cx="232678" cy="1232922"/>
            </a:xfrm>
            <a:prstGeom prst="rect">
              <a:avLst/>
            </a:prstGeom>
          </p:spPr>
        </p:pic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11DD3598-111D-F242-890C-B8CF444F3D5E}"/>
                </a:ext>
              </a:extLst>
            </p:cNvPr>
            <p:cNvSpPr/>
            <p:nvPr/>
          </p:nvSpPr>
          <p:spPr>
            <a:xfrm>
              <a:off x="2823654" y="490765"/>
              <a:ext cx="250190" cy="42545"/>
            </a:xfrm>
            <a:custGeom>
              <a:avLst/>
              <a:gdLst/>
              <a:ahLst/>
              <a:cxnLst/>
              <a:rect l="l" t="t" r="r" b="b"/>
              <a:pathLst>
                <a:path w="250189" h="42545">
                  <a:moveTo>
                    <a:pt x="32931" y="3873"/>
                  </a:moveTo>
                  <a:lnTo>
                    <a:pt x="31064" y="2603"/>
                  </a:lnTo>
                  <a:lnTo>
                    <a:pt x="28956" y="1612"/>
                  </a:lnTo>
                  <a:lnTo>
                    <a:pt x="24688" y="330"/>
                  </a:lnTo>
                  <a:lnTo>
                    <a:pt x="22428" y="0"/>
                  </a:lnTo>
                  <a:lnTo>
                    <a:pt x="13792" y="0"/>
                  </a:lnTo>
                  <a:lnTo>
                    <a:pt x="8928" y="1917"/>
                  </a:lnTo>
                  <a:lnTo>
                    <a:pt x="1752" y="9474"/>
                  </a:lnTo>
                  <a:lnTo>
                    <a:pt x="0" y="14655"/>
                  </a:lnTo>
                  <a:lnTo>
                    <a:pt x="0" y="27813"/>
                  </a:lnTo>
                  <a:lnTo>
                    <a:pt x="1752" y="32931"/>
                  </a:lnTo>
                  <a:lnTo>
                    <a:pt x="8928" y="40449"/>
                  </a:lnTo>
                  <a:lnTo>
                    <a:pt x="13792" y="42291"/>
                  </a:lnTo>
                  <a:lnTo>
                    <a:pt x="22339" y="42291"/>
                  </a:lnTo>
                  <a:lnTo>
                    <a:pt x="24650" y="41948"/>
                  </a:lnTo>
                  <a:lnTo>
                    <a:pt x="28917" y="40703"/>
                  </a:lnTo>
                  <a:lnTo>
                    <a:pt x="30975" y="39763"/>
                  </a:lnTo>
                  <a:lnTo>
                    <a:pt x="32931" y="38442"/>
                  </a:lnTo>
                  <a:lnTo>
                    <a:pt x="32931" y="32677"/>
                  </a:lnTo>
                  <a:lnTo>
                    <a:pt x="31064" y="34378"/>
                  </a:lnTo>
                  <a:lnTo>
                    <a:pt x="29095" y="35661"/>
                  </a:lnTo>
                  <a:lnTo>
                    <a:pt x="24815" y="37426"/>
                  </a:lnTo>
                  <a:lnTo>
                    <a:pt x="22644" y="37807"/>
                  </a:lnTo>
                  <a:lnTo>
                    <a:pt x="15595" y="37807"/>
                  </a:lnTo>
                  <a:lnTo>
                    <a:pt x="12001" y="36398"/>
                  </a:lnTo>
                  <a:lnTo>
                    <a:pt x="7086" y="30708"/>
                  </a:lnTo>
                  <a:lnTo>
                    <a:pt x="5854" y="26568"/>
                  </a:lnTo>
                  <a:lnTo>
                    <a:pt x="5854" y="15798"/>
                  </a:lnTo>
                  <a:lnTo>
                    <a:pt x="7086" y="11696"/>
                  </a:lnTo>
                  <a:lnTo>
                    <a:pt x="12001" y="6007"/>
                  </a:lnTo>
                  <a:lnTo>
                    <a:pt x="15595" y="4572"/>
                  </a:lnTo>
                  <a:lnTo>
                    <a:pt x="22644" y="4572"/>
                  </a:lnTo>
                  <a:lnTo>
                    <a:pt x="24815" y="4991"/>
                  </a:lnTo>
                  <a:lnTo>
                    <a:pt x="29095" y="6743"/>
                  </a:lnTo>
                  <a:lnTo>
                    <a:pt x="31064" y="8026"/>
                  </a:lnTo>
                  <a:lnTo>
                    <a:pt x="32931" y="9690"/>
                  </a:lnTo>
                  <a:lnTo>
                    <a:pt x="32931" y="3873"/>
                  </a:lnTo>
                  <a:close/>
                </a:path>
                <a:path w="250189" h="42545">
                  <a:moveTo>
                    <a:pt x="46990" y="723"/>
                  </a:moveTo>
                  <a:lnTo>
                    <a:pt x="41440" y="723"/>
                  </a:lnTo>
                  <a:lnTo>
                    <a:pt x="41440" y="41554"/>
                  </a:lnTo>
                  <a:lnTo>
                    <a:pt x="46990" y="41554"/>
                  </a:lnTo>
                  <a:lnTo>
                    <a:pt x="46990" y="723"/>
                  </a:lnTo>
                  <a:close/>
                </a:path>
                <a:path w="250189" h="42545">
                  <a:moveTo>
                    <a:pt x="81470" y="723"/>
                  </a:moveTo>
                  <a:lnTo>
                    <a:pt x="57975" y="723"/>
                  </a:lnTo>
                  <a:lnTo>
                    <a:pt x="57975" y="41554"/>
                  </a:lnTo>
                  <a:lnTo>
                    <a:pt x="63525" y="41554"/>
                  </a:lnTo>
                  <a:lnTo>
                    <a:pt x="63525" y="22085"/>
                  </a:lnTo>
                  <a:lnTo>
                    <a:pt x="79717" y="22085"/>
                  </a:lnTo>
                  <a:lnTo>
                    <a:pt x="79717" y="17424"/>
                  </a:lnTo>
                  <a:lnTo>
                    <a:pt x="63525" y="17424"/>
                  </a:lnTo>
                  <a:lnTo>
                    <a:pt x="63525" y="5372"/>
                  </a:lnTo>
                  <a:lnTo>
                    <a:pt x="81470" y="5372"/>
                  </a:lnTo>
                  <a:lnTo>
                    <a:pt x="81470" y="723"/>
                  </a:lnTo>
                  <a:close/>
                </a:path>
                <a:path w="250189" h="42545">
                  <a:moveTo>
                    <a:pt x="122529" y="41554"/>
                  </a:moveTo>
                  <a:lnTo>
                    <a:pt x="118541" y="31089"/>
                  </a:lnTo>
                  <a:lnTo>
                    <a:pt x="116789" y="26492"/>
                  </a:lnTo>
                  <a:lnTo>
                    <a:pt x="111328" y="12153"/>
                  </a:lnTo>
                  <a:lnTo>
                    <a:pt x="111328" y="26492"/>
                  </a:lnTo>
                  <a:lnTo>
                    <a:pt x="96329" y="26492"/>
                  </a:lnTo>
                  <a:lnTo>
                    <a:pt x="103809" y="6184"/>
                  </a:lnTo>
                  <a:lnTo>
                    <a:pt x="111328" y="26492"/>
                  </a:lnTo>
                  <a:lnTo>
                    <a:pt x="111328" y="12153"/>
                  </a:lnTo>
                  <a:lnTo>
                    <a:pt x="109054" y="6184"/>
                  </a:lnTo>
                  <a:lnTo>
                    <a:pt x="106972" y="723"/>
                  </a:lnTo>
                  <a:lnTo>
                    <a:pt x="100698" y="723"/>
                  </a:lnTo>
                  <a:lnTo>
                    <a:pt x="85102" y="41554"/>
                  </a:lnTo>
                  <a:lnTo>
                    <a:pt x="90957" y="41554"/>
                  </a:lnTo>
                  <a:lnTo>
                    <a:pt x="94627" y="31089"/>
                  </a:lnTo>
                  <a:lnTo>
                    <a:pt x="113093" y="31089"/>
                  </a:lnTo>
                  <a:lnTo>
                    <a:pt x="116763" y="41554"/>
                  </a:lnTo>
                  <a:lnTo>
                    <a:pt x="122529" y="41554"/>
                  </a:lnTo>
                  <a:close/>
                </a:path>
                <a:path w="250189" h="42545">
                  <a:moveTo>
                    <a:pt x="160299" y="41554"/>
                  </a:moveTo>
                  <a:lnTo>
                    <a:pt x="154698" y="30416"/>
                  </a:lnTo>
                  <a:lnTo>
                    <a:pt x="153593" y="28105"/>
                  </a:lnTo>
                  <a:lnTo>
                    <a:pt x="152425" y="26314"/>
                  </a:lnTo>
                  <a:lnTo>
                    <a:pt x="147853" y="22415"/>
                  </a:lnTo>
                  <a:lnTo>
                    <a:pt x="150075" y="21780"/>
                  </a:lnTo>
                  <a:lnTo>
                    <a:pt x="154863" y="15074"/>
                  </a:lnTo>
                  <a:lnTo>
                    <a:pt x="154774" y="8369"/>
                  </a:lnTo>
                  <a:lnTo>
                    <a:pt x="153682" y="5626"/>
                  </a:lnTo>
                  <a:lnTo>
                    <a:pt x="153289" y="5295"/>
                  </a:lnTo>
                  <a:lnTo>
                    <a:pt x="151409" y="3670"/>
                  </a:lnTo>
                  <a:lnTo>
                    <a:pt x="149110" y="1752"/>
                  </a:lnTo>
                  <a:lnTo>
                    <a:pt x="149021" y="10160"/>
                  </a:lnTo>
                  <a:lnTo>
                    <a:pt x="148945" y="15074"/>
                  </a:lnTo>
                  <a:lnTo>
                    <a:pt x="148285" y="16700"/>
                  </a:lnTo>
                  <a:lnTo>
                    <a:pt x="145643" y="19177"/>
                  </a:lnTo>
                  <a:lnTo>
                    <a:pt x="143598" y="19773"/>
                  </a:lnTo>
                  <a:lnTo>
                    <a:pt x="134023" y="19773"/>
                  </a:lnTo>
                  <a:lnTo>
                    <a:pt x="134023" y="5295"/>
                  </a:lnTo>
                  <a:lnTo>
                    <a:pt x="143598" y="5295"/>
                  </a:lnTo>
                  <a:lnTo>
                    <a:pt x="145643" y="5892"/>
                  </a:lnTo>
                  <a:lnTo>
                    <a:pt x="148285" y="8369"/>
                  </a:lnTo>
                  <a:lnTo>
                    <a:pt x="149021" y="10160"/>
                  </a:lnTo>
                  <a:lnTo>
                    <a:pt x="149021" y="1727"/>
                  </a:lnTo>
                  <a:lnTo>
                    <a:pt x="145643" y="723"/>
                  </a:lnTo>
                  <a:lnTo>
                    <a:pt x="128460" y="723"/>
                  </a:lnTo>
                  <a:lnTo>
                    <a:pt x="128460" y="41554"/>
                  </a:lnTo>
                  <a:lnTo>
                    <a:pt x="134023" y="41554"/>
                  </a:lnTo>
                  <a:lnTo>
                    <a:pt x="134023" y="24295"/>
                  </a:lnTo>
                  <a:lnTo>
                    <a:pt x="142227" y="24295"/>
                  </a:lnTo>
                  <a:lnTo>
                    <a:pt x="143929" y="24765"/>
                  </a:lnTo>
                  <a:lnTo>
                    <a:pt x="146443" y="26568"/>
                  </a:lnTo>
                  <a:lnTo>
                    <a:pt x="147815" y="28397"/>
                  </a:lnTo>
                  <a:lnTo>
                    <a:pt x="154355" y="41554"/>
                  </a:lnTo>
                  <a:lnTo>
                    <a:pt x="160299" y="41554"/>
                  </a:lnTo>
                  <a:close/>
                </a:path>
                <a:path w="250189" h="42545">
                  <a:moveTo>
                    <a:pt x="179387" y="23964"/>
                  </a:moveTo>
                  <a:lnTo>
                    <a:pt x="164642" y="23964"/>
                  </a:lnTo>
                  <a:lnTo>
                    <a:pt x="164642" y="28448"/>
                  </a:lnTo>
                  <a:lnTo>
                    <a:pt x="179387" y="28448"/>
                  </a:lnTo>
                  <a:lnTo>
                    <a:pt x="179387" y="23964"/>
                  </a:lnTo>
                  <a:close/>
                </a:path>
                <a:path w="250189" h="42545">
                  <a:moveTo>
                    <a:pt x="212585" y="36906"/>
                  </a:moveTo>
                  <a:lnTo>
                    <a:pt x="203568" y="36906"/>
                  </a:lnTo>
                  <a:lnTo>
                    <a:pt x="203568" y="723"/>
                  </a:lnTo>
                  <a:lnTo>
                    <a:pt x="198018" y="723"/>
                  </a:lnTo>
                  <a:lnTo>
                    <a:pt x="188277" y="2692"/>
                  </a:lnTo>
                  <a:lnTo>
                    <a:pt x="188277" y="7734"/>
                  </a:lnTo>
                  <a:lnTo>
                    <a:pt x="198107" y="5765"/>
                  </a:lnTo>
                  <a:lnTo>
                    <a:pt x="198107" y="36906"/>
                  </a:lnTo>
                  <a:lnTo>
                    <a:pt x="189090" y="36906"/>
                  </a:lnTo>
                  <a:lnTo>
                    <a:pt x="189090" y="41554"/>
                  </a:lnTo>
                  <a:lnTo>
                    <a:pt x="212585" y="41554"/>
                  </a:lnTo>
                  <a:lnTo>
                    <a:pt x="212585" y="36906"/>
                  </a:lnTo>
                  <a:close/>
                </a:path>
                <a:path w="250189" h="42545">
                  <a:moveTo>
                    <a:pt x="249669" y="14351"/>
                  </a:moveTo>
                  <a:lnTo>
                    <a:pt x="248437" y="9093"/>
                  </a:lnTo>
                  <a:lnTo>
                    <a:pt x="246037" y="5461"/>
                  </a:lnTo>
                  <a:lnTo>
                    <a:pt x="245300" y="4394"/>
                  </a:lnTo>
                  <a:lnTo>
                    <a:pt x="244119" y="2692"/>
                  </a:lnTo>
                  <a:lnTo>
                    <a:pt x="244119" y="15595"/>
                  </a:lnTo>
                  <a:lnTo>
                    <a:pt x="244119" y="26784"/>
                  </a:lnTo>
                  <a:lnTo>
                    <a:pt x="243395" y="30975"/>
                  </a:lnTo>
                  <a:lnTo>
                    <a:pt x="242023" y="33794"/>
                  </a:lnTo>
                  <a:lnTo>
                    <a:pt x="240525" y="36563"/>
                  </a:lnTo>
                  <a:lnTo>
                    <a:pt x="238442" y="37973"/>
                  </a:lnTo>
                  <a:lnTo>
                    <a:pt x="232714" y="37973"/>
                  </a:lnTo>
                  <a:lnTo>
                    <a:pt x="230581" y="36563"/>
                  </a:lnTo>
                  <a:lnTo>
                    <a:pt x="227672" y="30975"/>
                  </a:lnTo>
                  <a:lnTo>
                    <a:pt x="226987" y="26784"/>
                  </a:lnTo>
                  <a:lnTo>
                    <a:pt x="226987" y="15595"/>
                  </a:lnTo>
                  <a:lnTo>
                    <a:pt x="227672" y="11404"/>
                  </a:lnTo>
                  <a:lnTo>
                    <a:pt x="230581" y="5765"/>
                  </a:lnTo>
                  <a:lnTo>
                    <a:pt x="232714" y="4394"/>
                  </a:lnTo>
                  <a:lnTo>
                    <a:pt x="238442" y="4394"/>
                  </a:lnTo>
                  <a:lnTo>
                    <a:pt x="240525" y="5765"/>
                  </a:lnTo>
                  <a:lnTo>
                    <a:pt x="242023" y="8585"/>
                  </a:lnTo>
                  <a:lnTo>
                    <a:pt x="243395" y="11404"/>
                  </a:lnTo>
                  <a:lnTo>
                    <a:pt x="244119" y="15595"/>
                  </a:lnTo>
                  <a:lnTo>
                    <a:pt x="244119" y="2692"/>
                  </a:lnTo>
                  <a:lnTo>
                    <a:pt x="243560" y="1879"/>
                  </a:lnTo>
                  <a:lnTo>
                    <a:pt x="240106" y="0"/>
                  </a:lnTo>
                  <a:lnTo>
                    <a:pt x="230962" y="0"/>
                  </a:lnTo>
                  <a:lnTo>
                    <a:pt x="227457" y="1879"/>
                  </a:lnTo>
                  <a:lnTo>
                    <a:pt x="225018" y="5461"/>
                  </a:lnTo>
                  <a:lnTo>
                    <a:pt x="222631" y="9093"/>
                  </a:lnTo>
                  <a:lnTo>
                    <a:pt x="221475" y="14351"/>
                  </a:lnTo>
                  <a:lnTo>
                    <a:pt x="221475" y="28067"/>
                  </a:lnTo>
                  <a:lnTo>
                    <a:pt x="222631" y="33324"/>
                  </a:lnTo>
                  <a:lnTo>
                    <a:pt x="225018" y="36906"/>
                  </a:lnTo>
                  <a:lnTo>
                    <a:pt x="227457" y="40500"/>
                  </a:lnTo>
                  <a:lnTo>
                    <a:pt x="230962" y="42291"/>
                  </a:lnTo>
                  <a:lnTo>
                    <a:pt x="240106" y="42291"/>
                  </a:lnTo>
                  <a:lnTo>
                    <a:pt x="249669" y="28067"/>
                  </a:lnTo>
                  <a:lnTo>
                    <a:pt x="249669" y="14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842CB9C5-C0A0-AF46-B2E3-B76C9E0C825C}"/>
                </a:ext>
              </a:extLst>
            </p:cNvPr>
            <p:cNvSpPr/>
            <p:nvPr/>
          </p:nvSpPr>
          <p:spPr>
            <a:xfrm>
              <a:off x="3328226" y="1303830"/>
              <a:ext cx="106680" cy="0"/>
            </a:xfrm>
            <a:custGeom>
              <a:avLst/>
              <a:gdLst/>
              <a:ahLst/>
              <a:cxnLst/>
              <a:rect l="l" t="t" r="r" b="b"/>
              <a:pathLst>
                <a:path w="106679">
                  <a:moveTo>
                    <a:pt x="0" y="0"/>
                  </a:moveTo>
                  <a:lnTo>
                    <a:pt x="106375" y="0"/>
                  </a:lnTo>
                </a:path>
              </a:pathLst>
            </a:custGeom>
            <a:ln w="10499">
              <a:solidFill>
                <a:srgbClr val="FDCF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530CD857-E254-B010-31A8-588B16CCA5B1}"/>
                </a:ext>
              </a:extLst>
            </p:cNvPr>
            <p:cNvSpPr/>
            <p:nvPr/>
          </p:nvSpPr>
          <p:spPr>
            <a:xfrm>
              <a:off x="3328226" y="1366840"/>
              <a:ext cx="106680" cy="0"/>
            </a:xfrm>
            <a:custGeom>
              <a:avLst/>
              <a:gdLst/>
              <a:ahLst/>
              <a:cxnLst/>
              <a:rect l="l" t="t" r="r" b="b"/>
              <a:pathLst>
                <a:path w="106679">
                  <a:moveTo>
                    <a:pt x="0" y="0"/>
                  </a:moveTo>
                  <a:lnTo>
                    <a:pt x="106375" y="0"/>
                  </a:lnTo>
                </a:path>
              </a:pathLst>
            </a:custGeom>
            <a:ln w="10499">
              <a:solidFill>
                <a:srgbClr val="FD8C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0">
              <a:extLst>
                <a:ext uri="{FF2B5EF4-FFF2-40B4-BE49-F238E27FC236}">
                  <a16:creationId xmlns:a16="http://schemas.microsoft.com/office/drawing/2014/main" id="{2F75436C-706C-684D-9A84-CC2366CDFF5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1679" y="565567"/>
              <a:ext cx="574380" cy="1208521"/>
            </a:xfrm>
            <a:prstGeom prst="rect">
              <a:avLst/>
            </a:prstGeom>
          </p:spPr>
        </p:pic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0D7C991C-456C-8A38-CD3D-F77E6FE3859F}"/>
                </a:ext>
              </a:extLst>
            </p:cNvPr>
            <p:cNvSpPr/>
            <p:nvPr/>
          </p:nvSpPr>
          <p:spPr>
            <a:xfrm>
              <a:off x="3328226" y="1429816"/>
              <a:ext cx="106680" cy="0"/>
            </a:xfrm>
            <a:custGeom>
              <a:avLst/>
              <a:gdLst/>
              <a:ahLst/>
              <a:cxnLst/>
              <a:rect l="l" t="t" r="r" b="b"/>
              <a:pathLst>
                <a:path w="106679">
                  <a:moveTo>
                    <a:pt x="0" y="0"/>
                  </a:moveTo>
                  <a:lnTo>
                    <a:pt x="106375" y="0"/>
                  </a:lnTo>
                </a:path>
              </a:pathLst>
            </a:custGeom>
            <a:ln w="10499">
              <a:solidFill>
                <a:srgbClr val="D64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0DF6A94F-DB61-DA67-F553-71503A72C86F}"/>
                </a:ext>
              </a:extLst>
            </p:cNvPr>
            <p:cNvSpPr/>
            <p:nvPr/>
          </p:nvSpPr>
          <p:spPr>
            <a:xfrm>
              <a:off x="3328226" y="1492837"/>
              <a:ext cx="106680" cy="0"/>
            </a:xfrm>
            <a:custGeom>
              <a:avLst/>
              <a:gdLst/>
              <a:ahLst/>
              <a:cxnLst/>
              <a:rect l="l" t="t" r="r" b="b"/>
              <a:pathLst>
                <a:path w="106679">
                  <a:moveTo>
                    <a:pt x="0" y="0"/>
                  </a:moveTo>
                  <a:lnTo>
                    <a:pt x="106375" y="0"/>
                  </a:lnTo>
                </a:path>
              </a:pathLst>
            </a:custGeom>
            <a:ln w="10499">
              <a:solidFill>
                <a:srgbClr val="C4D8E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5EF01641-F750-7247-4611-297832A05A0E}"/>
                </a:ext>
              </a:extLst>
            </p:cNvPr>
            <p:cNvSpPr/>
            <p:nvPr/>
          </p:nvSpPr>
          <p:spPr>
            <a:xfrm>
              <a:off x="3328226" y="1555813"/>
              <a:ext cx="106680" cy="0"/>
            </a:xfrm>
            <a:custGeom>
              <a:avLst/>
              <a:gdLst/>
              <a:ahLst/>
              <a:cxnLst/>
              <a:rect l="l" t="t" r="r" b="b"/>
              <a:pathLst>
                <a:path w="106679">
                  <a:moveTo>
                    <a:pt x="0" y="0"/>
                  </a:moveTo>
                  <a:lnTo>
                    <a:pt x="106375" y="0"/>
                  </a:lnTo>
                </a:path>
              </a:pathLst>
            </a:custGeom>
            <a:ln w="10499">
              <a:solidFill>
                <a:srgbClr val="67AED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8D87F2DE-C45C-5EB1-1494-E8EBB1331AC3}"/>
                </a:ext>
              </a:extLst>
            </p:cNvPr>
            <p:cNvSpPr/>
            <p:nvPr/>
          </p:nvSpPr>
          <p:spPr>
            <a:xfrm>
              <a:off x="3328226" y="1618823"/>
              <a:ext cx="106680" cy="0"/>
            </a:xfrm>
            <a:custGeom>
              <a:avLst/>
              <a:gdLst/>
              <a:ahLst/>
              <a:cxnLst/>
              <a:rect l="l" t="t" r="r" b="b"/>
              <a:pathLst>
                <a:path w="106679">
                  <a:moveTo>
                    <a:pt x="0" y="0"/>
                  </a:moveTo>
                  <a:lnTo>
                    <a:pt x="106375" y="0"/>
                  </a:lnTo>
                </a:path>
              </a:pathLst>
            </a:custGeom>
            <a:ln w="10499">
              <a:solidFill>
                <a:srgbClr val="1D70B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2316242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Fully Decentralized Learning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084451" y="2146324"/>
            <a:ext cx="11250983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We can derive algorithms similar to </a:t>
            </a:r>
            <a:r>
              <a:rPr lang="en-GB" dirty="0" err="1"/>
              <a:t>FedAvg</a:t>
            </a:r>
            <a:r>
              <a:rPr lang="en-GB" dirty="0"/>
              <a:t> for the </a:t>
            </a:r>
            <a:r>
              <a:rPr lang="en-GB" dirty="0">
                <a:solidFill>
                  <a:srgbClr val="FF0000"/>
                </a:solidFill>
              </a:rPr>
              <a:t>fully decentralized setting</a:t>
            </a:r>
            <a:r>
              <a:rPr lang="en-GB" dirty="0"/>
              <a:t>, where  parties do not rely on a server for aggregating updates</a:t>
            </a:r>
          </a:p>
          <a:p>
            <a:r>
              <a:rPr lang="en-GB" dirty="0"/>
              <a:t>Let G = ({1, . . . , K}, E) be a connected undirected graph where nodes are parties and  an edge {k, l} ∈ E indicates that k and l can exchange messages</a:t>
            </a:r>
          </a:p>
          <a:p>
            <a:r>
              <a:rPr lang="en-GB" dirty="0"/>
              <a:t>Let </a:t>
            </a:r>
            <a:r>
              <a:rPr lang="en-GB" dirty="0">
                <a:solidFill>
                  <a:srgbClr val="FF0000"/>
                </a:solidFill>
              </a:rPr>
              <a:t>W ∈ [0, 1]K×K </a:t>
            </a:r>
            <a:r>
              <a:rPr lang="en-GB" dirty="0"/>
              <a:t>be a symmetric, doubly stochastic matrix such that </a:t>
            </a:r>
            <a:r>
              <a:rPr lang="en-GB" dirty="0" err="1"/>
              <a:t>Wk,l</a:t>
            </a:r>
            <a:r>
              <a:rPr lang="en-GB" dirty="0"/>
              <a:t> = 0 if and  only if {k, l} ∈/ E</a:t>
            </a:r>
          </a:p>
          <a:p>
            <a:r>
              <a:rPr lang="en-GB" dirty="0"/>
              <a:t>Given models Θ = [θ1, . . . , </a:t>
            </a:r>
            <a:r>
              <a:rPr lang="en-GB" dirty="0" err="1"/>
              <a:t>θK</a:t>
            </a:r>
            <a:r>
              <a:rPr lang="en-GB" dirty="0"/>
              <a:t>] for each party, WΘ corresponds to a </a:t>
            </a:r>
            <a:r>
              <a:rPr lang="en-GB" dirty="0">
                <a:solidFill>
                  <a:srgbClr val="FF0000"/>
                </a:solidFill>
              </a:rPr>
              <a:t>weighted  aggregation among </a:t>
            </a:r>
            <a:r>
              <a:rPr lang="en-GB" dirty="0" err="1">
                <a:solidFill>
                  <a:srgbClr val="FF0000"/>
                </a:solidFill>
              </a:rPr>
              <a:t>neighboring</a:t>
            </a:r>
            <a:r>
              <a:rPr lang="en-GB" dirty="0">
                <a:solidFill>
                  <a:srgbClr val="FF0000"/>
                </a:solidFill>
              </a:rPr>
              <a:t> nodes </a:t>
            </a:r>
            <a:r>
              <a:rPr lang="en-GB" dirty="0"/>
              <a:t>in G: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6FCE6E-64C9-6090-6353-A3284946E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806" y="7256742"/>
            <a:ext cx="7335187" cy="113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2636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Fully Decentralized SGD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982068" y="5448325"/>
            <a:ext cx="11040664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Decentralized SGD alternates between </a:t>
            </a:r>
            <a:r>
              <a:rPr lang="en-GB" dirty="0">
                <a:solidFill>
                  <a:srgbClr val="FF0000"/>
                </a:solidFill>
              </a:rPr>
              <a:t>local updates and local aggregation</a:t>
            </a:r>
          </a:p>
          <a:p>
            <a:r>
              <a:rPr lang="en-GB" dirty="0"/>
              <a:t>Doing multiple local steps is equivalent to choosing W(t) = In in some of the rounds</a:t>
            </a:r>
          </a:p>
          <a:p>
            <a:r>
              <a:rPr lang="en-GB" dirty="0">
                <a:solidFill>
                  <a:srgbClr val="FF0000"/>
                </a:solidFill>
              </a:rPr>
              <a:t>The convergence rate depends on the topology </a:t>
            </a:r>
            <a:r>
              <a:rPr lang="en-GB" dirty="0"/>
              <a:t>(the more connected, the faster)</a:t>
            </a:r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2E83A2-3E9A-EF6D-B43B-D0C463BCD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02" y="1724119"/>
            <a:ext cx="11684742" cy="346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3223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Some Challenges in FL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982068" y="5448325"/>
            <a:ext cx="11040664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When local datasets are non-</a:t>
            </a:r>
            <a:r>
              <a:rPr lang="en-GB" dirty="0" err="1"/>
              <a:t>i.i.d.</a:t>
            </a:r>
            <a:r>
              <a:rPr lang="en-GB" dirty="0"/>
              <a:t>, </a:t>
            </a:r>
            <a:r>
              <a:rPr lang="en-GB" dirty="0" err="1"/>
              <a:t>FedAvg</a:t>
            </a:r>
            <a:r>
              <a:rPr lang="en-GB" dirty="0"/>
              <a:t> suffers from </a:t>
            </a:r>
            <a:r>
              <a:rPr lang="en-GB" dirty="0">
                <a:solidFill>
                  <a:srgbClr val="FF0000"/>
                </a:solidFill>
              </a:rPr>
              <a:t>client drift</a:t>
            </a:r>
          </a:p>
          <a:p>
            <a:r>
              <a:rPr lang="en-GB" dirty="0"/>
              <a:t>To avoid this drift, one must use </a:t>
            </a:r>
            <a:r>
              <a:rPr lang="en-GB" dirty="0">
                <a:solidFill>
                  <a:srgbClr val="FF0000"/>
                </a:solidFill>
              </a:rPr>
              <a:t>fewer local updates and/or smaller learning rates</a:t>
            </a:r>
            <a:r>
              <a:rPr lang="en-GB" dirty="0"/>
              <a:t>,  which hurts convergence</a:t>
            </a:r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A0D1D-A7A4-D9D3-6EBE-8C9963A7C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584" y="1874875"/>
            <a:ext cx="624840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7015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volution of Computer Systems"/>
          <p:cNvSpPr txBox="1">
            <a:spLocks noGrp="1"/>
          </p:cNvSpPr>
          <p:nvPr>
            <p:ph type="title"/>
          </p:nvPr>
        </p:nvSpPr>
        <p:spPr>
          <a:xfrm>
            <a:off x="400050" y="698475"/>
            <a:ext cx="12204700" cy="7620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FL of Personalized Models</a:t>
            </a:r>
            <a:endParaRPr dirty="0"/>
          </a:p>
        </p:txBody>
      </p:sp>
      <p:sp>
        <p:nvSpPr>
          <p:cNvPr id="74" name="1945 - 1985: Large, expensive computers operating independently.…"/>
          <p:cNvSpPr txBox="1">
            <a:spLocks noGrp="1"/>
          </p:cNvSpPr>
          <p:nvPr>
            <p:ph type="body" idx="1"/>
          </p:nvPr>
        </p:nvSpPr>
        <p:spPr>
          <a:xfrm>
            <a:off x="1084451" y="2146324"/>
            <a:ext cx="11250983" cy="690880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Learning from non-</a:t>
            </a:r>
            <a:r>
              <a:rPr lang="en-GB" dirty="0" err="1"/>
              <a:t>i.i.d.</a:t>
            </a:r>
            <a:r>
              <a:rPr lang="en-GB" dirty="0"/>
              <a:t> data is difficult/slow because </a:t>
            </a:r>
            <a:r>
              <a:rPr lang="en-GB" dirty="0">
                <a:solidFill>
                  <a:srgbClr val="FF0000"/>
                </a:solidFill>
              </a:rPr>
              <a:t>each party wants the model to  go in a particular direction</a:t>
            </a:r>
          </a:p>
          <a:p>
            <a:r>
              <a:rPr lang="en-GB" dirty="0"/>
              <a:t>If data distributions are very different, learning a single model which performs well  for all parties may require a very large number of parameters</a:t>
            </a:r>
          </a:p>
          <a:p>
            <a:r>
              <a:rPr lang="en-GB" dirty="0"/>
              <a:t>Another direction to deal with non-</a:t>
            </a:r>
            <a:r>
              <a:rPr lang="en-GB" dirty="0" err="1"/>
              <a:t>i.i.d.</a:t>
            </a:r>
            <a:r>
              <a:rPr lang="en-GB" dirty="0"/>
              <a:t> data is thus to </a:t>
            </a:r>
            <a:r>
              <a:rPr lang="en-GB" dirty="0">
                <a:solidFill>
                  <a:srgbClr val="FF0000"/>
                </a:solidFill>
              </a:rPr>
              <a:t>lift the requirement that the  learned model should be the same for all parties </a:t>
            </a:r>
            <a:r>
              <a:rPr lang="en-GB" dirty="0"/>
              <a:t>(“one size fits all”)</a:t>
            </a:r>
          </a:p>
          <a:p>
            <a:r>
              <a:rPr lang="en-GB" dirty="0"/>
              <a:t>Instead, we can allow each party k to learn a (potentially simpler) </a:t>
            </a:r>
            <a:r>
              <a:rPr lang="en-GB" dirty="0">
                <a:solidFill>
                  <a:srgbClr val="FF0000"/>
                </a:solidFill>
              </a:rPr>
              <a:t>personalized  model </a:t>
            </a:r>
            <a:r>
              <a:rPr lang="en-GB" dirty="0" err="1">
                <a:solidFill>
                  <a:srgbClr val="FF0000"/>
                </a:solidFill>
              </a:rPr>
              <a:t>θk</a:t>
            </a:r>
            <a:r>
              <a:rPr lang="en-GB" dirty="0">
                <a:solidFill>
                  <a:srgbClr val="FF0000"/>
                </a:solidFill>
              </a:rPr>
              <a:t> but design the objective so as to enforce some kind of collaboration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02873" y="9366250"/>
            <a:ext cx="201911" cy="3175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791332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FF41F1-60D7-C9E5-58ED-B8ACA11BF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88" y="684211"/>
            <a:ext cx="12204701" cy="762001"/>
          </a:xfrm>
        </p:spPr>
        <p:txBody>
          <a:bodyPr/>
          <a:lstStyle/>
          <a:p>
            <a:pPr algn="ctr"/>
            <a:r>
              <a:rPr lang="en-US" sz="4800" dirty="0"/>
              <a:t>T</a:t>
            </a:r>
            <a:r>
              <a:rPr lang="en-US" altLang="zh-CN" sz="4800" dirty="0"/>
              <a:t>hank You</a:t>
            </a:r>
            <a:endParaRPr lang="en-US" sz="4800" dirty="0"/>
          </a:p>
        </p:txBody>
      </p:sp>
      <p:pic>
        <p:nvPicPr>
          <p:cNvPr id="4" name="Picture 10" descr="Five Reasons to Study at the University of Aberdeen | SI-UK">
            <a:extLst>
              <a:ext uri="{FF2B5EF4-FFF2-40B4-BE49-F238E27FC236}">
                <a16:creationId xmlns:a16="http://schemas.microsoft.com/office/drawing/2014/main" id="{199BCA74-F864-AC8B-8DEE-993B1F308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68" y="2162174"/>
            <a:ext cx="11847286" cy="621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4171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5F5F5"/>
        </a:solidFill>
        <a:ln w="15875" cap="flat">
          <a:solidFill>
            <a:srgbClr val="929292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굴림"/>
            <a:ea typeface="굴림"/>
            <a:cs typeface="굴림"/>
            <a:sym typeface="굴림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굴림"/>
            <a:ea typeface="굴림"/>
            <a:cs typeface="굴림"/>
            <a:sym typeface="굴림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5F5F5"/>
        </a:solidFill>
        <a:ln w="15875" cap="flat">
          <a:solidFill>
            <a:srgbClr val="929292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굴림"/>
            <a:ea typeface="굴림"/>
            <a:cs typeface="굴림"/>
            <a:sym typeface="굴림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굴림"/>
            <a:ea typeface="굴림"/>
            <a:cs typeface="굴림"/>
            <a:sym typeface="굴림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1203</Words>
  <Application>Microsoft Office PowerPoint</Application>
  <PresentationFormat>Custom</PresentationFormat>
  <Paragraphs>136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굴림</vt:lpstr>
      <vt:lpstr>Helvetica Light</vt:lpstr>
      <vt:lpstr>Helvetica Neue</vt:lpstr>
      <vt:lpstr>Arial</vt:lpstr>
      <vt:lpstr>Calibri</vt:lpstr>
      <vt:lpstr>Georgia</vt:lpstr>
      <vt:lpstr>Helvetica</vt:lpstr>
      <vt:lpstr>Times New Roman</vt:lpstr>
      <vt:lpstr>White</vt:lpstr>
      <vt:lpstr>JC4001: Distributed Systems Federated Learning</vt:lpstr>
      <vt:lpstr>Outline</vt:lpstr>
      <vt:lpstr>What is Federated Learning</vt:lpstr>
      <vt:lpstr>What is Federated Learning</vt:lpstr>
      <vt:lpstr>What is Federated Learning</vt:lpstr>
      <vt:lpstr>What is Federated Learning</vt:lpstr>
      <vt:lpstr>What is Federated Learning</vt:lpstr>
      <vt:lpstr>What is Federated Learning</vt:lpstr>
      <vt:lpstr>What is Federated Learning</vt:lpstr>
      <vt:lpstr>What is Federated Learning</vt:lpstr>
      <vt:lpstr>What is Federated Learning</vt:lpstr>
      <vt:lpstr>Differences with Distributed Learning</vt:lpstr>
      <vt:lpstr>Cross-Device and Cross-Silo FL</vt:lpstr>
      <vt:lpstr>Server Orchestrated and Fully Distributed FL</vt:lpstr>
      <vt:lpstr>FL is a Booming Topic</vt:lpstr>
      <vt:lpstr>A Baseline Algorithm: Federated Averaging</vt:lpstr>
      <vt:lpstr>FedAvg</vt:lpstr>
      <vt:lpstr>FedAvg</vt:lpstr>
      <vt:lpstr>Fully Decentralized Learning</vt:lpstr>
      <vt:lpstr>Fully Decentralized SGD</vt:lpstr>
      <vt:lpstr>Some Challenges in FL</vt:lpstr>
      <vt:lpstr>FL of Personalized Models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Liu, Xiaonan</dc:creator>
  <cp:lastModifiedBy>Liu, Xiaonan</cp:lastModifiedBy>
  <cp:revision>157</cp:revision>
  <dcterms:modified xsi:type="dcterms:W3CDTF">2024-11-04T10:38:21Z</dcterms:modified>
</cp:coreProperties>
</file>